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73" r:id="rId2"/>
  </p:sldMasterIdLst>
  <p:notesMasterIdLst>
    <p:notesMasterId r:id="rId31"/>
  </p:notesMasterIdLst>
  <p:sldIdLst>
    <p:sldId id="256" r:id="rId3"/>
    <p:sldId id="357" r:id="rId4"/>
    <p:sldId id="359" r:id="rId5"/>
    <p:sldId id="360" r:id="rId6"/>
    <p:sldId id="361" r:id="rId7"/>
    <p:sldId id="362" r:id="rId8"/>
    <p:sldId id="363" r:id="rId9"/>
    <p:sldId id="364" r:id="rId10"/>
    <p:sldId id="365" r:id="rId11"/>
    <p:sldId id="366" r:id="rId12"/>
    <p:sldId id="367" r:id="rId13"/>
    <p:sldId id="369" r:id="rId14"/>
    <p:sldId id="370" r:id="rId15"/>
    <p:sldId id="371" r:id="rId16"/>
    <p:sldId id="368" r:id="rId17"/>
    <p:sldId id="355" r:id="rId18"/>
    <p:sldId id="356" r:id="rId19"/>
    <p:sldId id="258" r:id="rId20"/>
    <p:sldId id="259" r:id="rId21"/>
    <p:sldId id="263" r:id="rId22"/>
    <p:sldId id="265" r:id="rId23"/>
    <p:sldId id="266" r:id="rId24"/>
    <p:sldId id="372" r:id="rId25"/>
    <p:sldId id="373" r:id="rId26"/>
    <p:sldId id="267" r:id="rId27"/>
    <p:sldId id="268" r:id="rId28"/>
    <p:sldId id="276" r:id="rId29"/>
    <p:sldId id="358" r:id="rId30"/>
  </p:sldIdLst>
  <p:sldSz cx="13004800" cy="97536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1pPr>
    <a:lvl2pPr marL="0" marR="0" indent="2286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2pPr>
    <a:lvl3pPr marL="0" marR="0" indent="4572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3pPr>
    <a:lvl4pPr marL="0" marR="0" indent="6858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4pPr>
    <a:lvl5pPr marL="0" marR="0" indent="9144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5pPr>
    <a:lvl6pPr marL="0" marR="0" indent="11430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6pPr>
    <a:lvl7pPr marL="0" marR="0" indent="13716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7pPr>
    <a:lvl8pPr marL="0" marR="0" indent="16002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8pPr>
    <a:lvl9pPr marL="0" marR="0" indent="182880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ustin Ales" initials="JA" lastIdx="9" clrIdx="0"/>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b="off" i="off">
        <a:fontRef idx="minor">
          <a:srgbClr val="000000"/>
        </a:fontRef>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a:ea typeface="Helvetica"/>
          <a:cs typeface="Helvetic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i="off">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i="off">
        <a:font>
          <a:latin typeface="Helvetica"/>
          <a:ea typeface="Helvetica"/>
          <a:cs typeface="Helvetica"/>
        </a:font>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3D7"/>
          </a:solidFill>
        </a:fill>
      </a:tcStyle>
    </a:wholeTbl>
    <a:band2H>
      <a:tcTxStyle/>
      <a:tcStyle>
        <a:tcBdr/>
        <a:fill>
          <a:solidFill>
            <a:srgbClr val="C3C2C2"/>
          </a:solidFill>
        </a:fill>
      </a:tcStyle>
    </a:band2H>
    <a:firstCol>
      <a:tcTxStyle b="on" i="off">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i="off">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i="off">
        <a:font>
          <a:latin typeface="Helvetica"/>
          <a:ea typeface="Helvetica"/>
          <a:cs typeface="Helvetica"/>
        </a:font>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i="off">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i="off">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i="off">
        <a:font>
          <a:latin typeface="Helvetica"/>
          <a:ea typeface="Helvetica"/>
          <a:cs typeface="Helvetica"/>
        </a:font>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i="off">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i="off">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i="off">
        <a:font>
          <a:latin typeface="Helvetica"/>
          <a:ea typeface="Helvetica"/>
          <a:cs typeface="Helvetica"/>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
          <a:latin typeface="Helvetica"/>
          <a:ea typeface="Helvetica"/>
          <a:cs typeface="Helvetica"/>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
          <a:latin typeface="Helvetica"/>
          <a:ea typeface="Helvetica"/>
          <a:cs typeface="Helvetica"/>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416"/>
    <p:restoredTop sz="69247"/>
  </p:normalViewPr>
  <p:slideViewPr>
    <p:cSldViewPr snapToGrid="0" snapToObjects="1">
      <p:cViewPr varScale="1">
        <p:scale>
          <a:sx n="59" d="100"/>
          <a:sy n="59" d="100"/>
        </p:scale>
        <p:origin x="552"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commentAuthors" Target="commen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2" name="Shape 222"/>
          <p:cNvSpPr>
            <a:spLocks noGrp="1" noRot="1" noChangeAspect="1"/>
          </p:cNvSpPr>
          <p:nvPr>
            <p:ph type="sldImg"/>
          </p:nvPr>
        </p:nvSpPr>
        <p:spPr>
          <a:xfrm>
            <a:off x="1143000" y="685800"/>
            <a:ext cx="4572000" cy="3429000"/>
          </a:xfrm>
          <a:prstGeom prst="rect">
            <a:avLst/>
          </a:prstGeom>
        </p:spPr>
        <p:txBody>
          <a:bodyPr/>
          <a:lstStyle/>
          <a:p>
            <a:endParaRPr/>
          </a:p>
        </p:txBody>
      </p:sp>
      <p:sp>
        <p:nvSpPr>
          <p:cNvPr id="223" name="Shape 223"/>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25000"/>
      </a:lnSpc>
      <a:defRPr sz="2400">
        <a:latin typeface="Avenir"/>
        <a:ea typeface="Avenir"/>
        <a:cs typeface="Avenir"/>
        <a:sym typeface="Avenir Roman"/>
      </a:defRPr>
    </a:lvl1pPr>
    <a:lvl2pPr indent="228600" defTabSz="457200" latinLnBrk="0">
      <a:lnSpc>
        <a:spcPct val="125000"/>
      </a:lnSpc>
      <a:defRPr sz="2400">
        <a:latin typeface="Avenir"/>
        <a:ea typeface="Avenir"/>
        <a:cs typeface="Avenir"/>
        <a:sym typeface="Avenir Roman"/>
      </a:defRPr>
    </a:lvl2pPr>
    <a:lvl3pPr indent="457200" defTabSz="457200" latinLnBrk="0">
      <a:lnSpc>
        <a:spcPct val="125000"/>
      </a:lnSpc>
      <a:defRPr sz="2400">
        <a:latin typeface="Avenir"/>
        <a:ea typeface="Avenir"/>
        <a:cs typeface="Avenir"/>
        <a:sym typeface="Avenir Roman"/>
      </a:defRPr>
    </a:lvl3pPr>
    <a:lvl4pPr indent="685800" defTabSz="457200" latinLnBrk="0">
      <a:lnSpc>
        <a:spcPct val="125000"/>
      </a:lnSpc>
      <a:defRPr sz="2400">
        <a:latin typeface="Avenir"/>
        <a:ea typeface="Avenir"/>
        <a:cs typeface="Avenir"/>
        <a:sym typeface="Avenir Roman"/>
      </a:defRPr>
    </a:lvl4pPr>
    <a:lvl5pPr indent="914400" defTabSz="457200" latinLnBrk="0">
      <a:lnSpc>
        <a:spcPct val="125000"/>
      </a:lnSpc>
      <a:defRPr sz="2400">
        <a:latin typeface="Avenir"/>
        <a:ea typeface="Avenir"/>
        <a:cs typeface="Avenir"/>
        <a:sym typeface="Avenir Roman"/>
      </a:defRPr>
    </a:lvl5pPr>
    <a:lvl6pPr indent="1143000" defTabSz="457200" latinLnBrk="0">
      <a:lnSpc>
        <a:spcPct val="125000"/>
      </a:lnSpc>
      <a:defRPr sz="2400">
        <a:latin typeface="Avenir"/>
        <a:ea typeface="Avenir"/>
        <a:cs typeface="Avenir"/>
        <a:sym typeface="Avenir Roman"/>
      </a:defRPr>
    </a:lvl6pPr>
    <a:lvl7pPr indent="1371600" defTabSz="457200" latinLnBrk="0">
      <a:lnSpc>
        <a:spcPct val="125000"/>
      </a:lnSpc>
      <a:defRPr sz="2400">
        <a:latin typeface="Avenir"/>
        <a:ea typeface="Avenir"/>
        <a:cs typeface="Avenir"/>
        <a:sym typeface="Avenir Roman"/>
      </a:defRPr>
    </a:lvl7pPr>
    <a:lvl8pPr indent="1600200" defTabSz="457200" latinLnBrk="0">
      <a:lnSpc>
        <a:spcPct val="125000"/>
      </a:lnSpc>
      <a:defRPr sz="2400">
        <a:latin typeface="Avenir"/>
        <a:ea typeface="Avenir"/>
        <a:cs typeface="Avenir"/>
        <a:sym typeface="Avenir Roman"/>
      </a:defRPr>
    </a:lvl8pPr>
    <a:lvl9pPr indent="1828800" defTabSz="457200" latinLnBrk="0">
      <a:lnSpc>
        <a:spcPct val="125000"/>
      </a:lnSpc>
      <a:defRPr sz="2400">
        <a:latin typeface="Avenir"/>
        <a:ea typeface="Avenir"/>
        <a:cs typeface="Avenir"/>
        <a:sym typeface="Avenir Roman"/>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drewconway.com/zia/2013/3/26/the-data-science-venn-diagram" TargetMode="External"/><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159053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CF0E3-8EE5-AEEF-F573-44D42AD26A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E6E8D-A051-21B0-3C4B-9EE0EFF866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A9BFB8-6B47-602D-71BD-93296B6E2A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304452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171204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g89106a2f7d_7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 name="Google Shape;166;g89106a2f7d_7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Just the slide itself</a:t>
            </a:r>
            <a:endParaRPr/>
          </a:p>
        </p:txBody>
      </p:sp>
    </p:spTree>
    <p:extLst>
      <p:ext uri="{BB962C8B-B14F-4D97-AF65-F5344CB8AC3E}">
        <p14:creationId xmlns:p14="http://schemas.microsoft.com/office/powerpoint/2010/main" val="2631996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89bc4073b9_1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89bc4073b9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source: </a:t>
            </a:r>
            <a:r>
              <a:rPr lang="en" u="sng" dirty="0">
                <a:solidFill>
                  <a:schemeClr val="hlink"/>
                </a:solidFill>
                <a:hlinkClick r:id="rId3"/>
              </a:rPr>
              <a:t>http://drewconway.com/zia/2013/3/26/the-data-science-venn-diagram</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sz="900" dirty="0">
                <a:solidFill>
                  <a:srgbClr val="777777"/>
                </a:solidFill>
                <a:highlight>
                  <a:srgbClr val="FFFFFF"/>
                </a:highlight>
                <a:latin typeface="Verdana"/>
                <a:ea typeface="Verdana"/>
                <a:cs typeface="Verdana"/>
                <a:sym typeface="Verdana"/>
              </a:rPr>
              <a:t>Just having domain and statistics knowledge is not enough. CS skills are needs to be able to do powerful things technology allows us to do. </a:t>
            </a:r>
            <a:endParaRPr sz="900" dirty="0">
              <a:solidFill>
                <a:srgbClr val="777777"/>
              </a:solidFill>
              <a:highlight>
                <a:srgbClr val="FFFFFF"/>
              </a:highlight>
              <a:latin typeface="Verdana"/>
              <a:ea typeface="Verdana"/>
              <a:cs typeface="Verdana"/>
              <a:sym typeface="Verdana"/>
            </a:endParaRPr>
          </a:p>
          <a:p>
            <a:pPr marL="0" lvl="0" indent="0" algn="l" rtl="0">
              <a:spcBef>
                <a:spcPts val="0"/>
              </a:spcBef>
              <a:spcAft>
                <a:spcPts val="0"/>
              </a:spcAft>
              <a:buNone/>
            </a:pPr>
            <a:endParaRPr sz="900" dirty="0">
              <a:solidFill>
                <a:srgbClr val="777777"/>
              </a:solidFill>
              <a:highlight>
                <a:srgbClr val="FFFFFF"/>
              </a:highlight>
              <a:latin typeface="Verdana"/>
              <a:ea typeface="Verdana"/>
              <a:cs typeface="Verdana"/>
              <a:sym typeface="Verdana"/>
            </a:endParaRPr>
          </a:p>
          <a:p>
            <a:pPr marL="0" lvl="0" indent="0" algn="l" rtl="0">
              <a:spcBef>
                <a:spcPts val="0"/>
              </a:spcBef>
              <a:spcAft>
                <a:spcPts val="0"/>
              </a:spcAft>
              <a:buNone/>
            </a:pPr>
            <a:r>
              <a:rPr lang="en" sz="900" dirty="0">
                <a:solidFill>
                  <a:srgbClr val="777777"/>
                </a:solidFill>
                <a:highlight>
                  <a:srgbClr val="FFFFFF"/>
                </a:highlight>
                <a:latin typeface="Verdana"/>
                <a:ea typeface="Verdana"/>
                <a:cs typeface="Verdana"/>
                <a:sym typeface="Verdana"/>
              </a:rPr>
              <a:t>The intersection of CS and statistics can be called machine learning but not completely data science. A data scientist needs to ask and answer questions in a field and make inferences based on data. Just doing the math without the application in a domain is not data science. </a:t>
            </a:r>
            <a:endParaRPr sz="900" dirty="0">
              <a:solidFill>
                <a:srgbClr val="777777"/>
              </a:solidFill>
              <a:highlight>
                <a:srgbClr val="FFFFFF"/>
              </a:highlight>
              <a:latin typeface="Verdana"/>
              <a:ea typeface="Verdana"/>
              <a:cs typeface="Verdana"/>
              <a:sym typeface="Verdana"/>
            </a:endParaRPr>
          </a:p>
          <a:p>
            <a:pPr marL="0" lvl="0" indent="0" algn="l" rtl="0">
              <a:spcBef>
                <a:spcPts val="0"/>
              </a:spcBef>
              <a:spcAft>
                <a:spcPts val="0"/>
              </a:spcAft>
              <a:buNone/>
            </a:pPr>
            <a:endParaRPr sz="900" dirty="0">
              <a:solidFill>
                <a:srgbClr val="777777"/>
              </a:solidFill>
              <a:highlight>
                <a:srgbClr val="FFFFFF"/>
              </a:highlight>
              <a:latin typeface="Verdana"/>
              <a:ea typeface="Verdana"/>
              <a:cs typeface="Verdana"/>
              <a:sym typeface="Verdana"/>
            </a:endParaRPr>
          </a:p>
          <a:p>
            <a:pPr marL="0" lvl="0" indent="0" algn="l" rtl="0">
              <a:spcBef>
                <a:spcPts val="0"/>
              </a:spcBef>
              <a:spcAft>
                <a:spcPts val="0"/>
              </a:spcAft>
              <a:buNone/>
            </a:pPr>
            <a:r>
              <a:rPr lang="en" sz="900" dirty="0">
                <a:solidFill>
                  <a:srgbClr val="777777"/>
                </a:solidFill>
                <a:highlight>
                  <a:srgbClr val="FFFFFF"/>
                </a:highlight>
                <a:latin typeface="Verdana"/>
                <a:ea typeface="Verdana"/>
                <a:cs typeface="Verdana"/>
                <a:sym typeface="Verdana"/>
              </a:rPr>
              <a:t>The intersection of Computer Science and Domain Expertise is the area where you "know enough to be dangerous"  With domain expertise, you probably will know what you are looking for. You probably know enough CS to manipulate data and maybe even run a linear regression. But the issue is you might not know what the coefficients of the regression mean, or how valid your approach is. </a:t>
            </a:r>
            <a:endParaRPr sz="900" dirty="0">
              <a:solidFill>
                <a:srgbClr val="777777"/>
              </a:solidFill>
              <a:highlight>
                <a:srgbClr val="FFFFFF"/>
              </a:highlight>
              <a:latin typeface="Verdana"/>
              <a:ea typeface="Verdana"/>
              <a:cs typeface="Verdana"/>
              <a:sym typeface="Verdana"/>
            </a:endParaRPr>
          </a:p>
          <a:p>
            <a:pPr marL="0" lvl="0" indent="0" algn="l" rtl="0">
              <a:spcBef>
                <a:spcPts val="0"/>
              </a:spcBef>
              <a:spcAft>
                <a:spcPts val="0"/>
              </a:spcAft>
              <a:buNone/>
            </a:pPr>
            <a:endParaRPr sz="900" dirty="0">
              <a:solidFill>
                <a:srgbClr val="777777"/>
              </a:solidFill>
              <a:highlight>
                <a:srgbClr val="FFFFFF"/>
              </a:highlight>
              <a:latin typeface="Verdana"/>
              <a:ea typeface="Verdana"/>
              <a:cs typeface="Verdana"/>
              <a:sym typeface="Verdana"/>
            </a:endParaRPr>
          </a:p>
          <a:p>
            <a:pPr marL="0" lvl="0" indent="0" algn="l" rtl="0">
              <a:spcBef>
                <a:spcPts val="0"/>
              </a:spcBef>
              <a:spcAft>
                <a:spcPts val="0"/>
              </a:spcAft>
              <a:buNone/>
            </a:pPr>
            <a:r>
              <a:rPr lang="en" sz="900" dirty="0">
                <a:solidFill>
                  <a:srgbClr val="777777"/>
                </a:solidFill>
                <a:highlight>
                  <a:srgbClr val="FFFFFF"/>
                </a:highlight>
                <a:latin typeface="Verdana"/>
                <a:ea typeface="Verdana"/>
                <a:cs typeface="Verdana"/>
                <a:sym typeface="Verdana"/>
              </a:rPr>
              <a:t>It is the intersection of all 3 that is the interdisciplinary field of Data Science.</a:t>
            </a:r>
            <a:endParaRPr sz="900" dirty="0">
              <a:solidFill>
                <a:srgbClr val="777777"/>
              </a:solidFill>
              <a:highlight>
                <a:srgbClr val="FFFFFF"/>
              </a:highlight>
              <a:latin typeface="Verdana"/>
              <a:ea typeface="Verdana"/>
              <a:cs typeface="Verdana"/>
              <a:sym typeface="Verdana"/>
            </a:endParaRPr>
          </a:p>
          <a:p>
            <a:pPr marL="0" lvl="0" indent="0" algn="l" rtl="0">
              <a:spcBef>
                <a:spcPts val="0"/>
              </a:spcBef>
              <a:spcAft>
                <a:spcPts val="0"/>
              </a:spcAft>
              <a:buNone/>
            </a:pPr>
            <a:endParaRPr dirty="0"/>
          </a:p>
        </p:txBody>
      </p:sp>
    </p:spTree>
    <p:extLst>
      <p:ext uri="{BB962C8B-B14F-4D97-AF65-F5344CB8AC3E}">
        <p14:creationId xmlns:p14="http://schemas.microsoft.com/office/powerpoint/2010/main" val="16630491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89106a2f7d_0_1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89106a2f7d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endParaRPr sz="1000" dirty="0">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89106a2f7d_2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g89106a2f7d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89106a2f7d_2_4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89106a2f7d_2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amp; Subtitl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1270000" y="1638300"/>
            <a:ext cx="10464800" cy="3302000"/>
          </a:xfrm>
          <a:prstGeom prst="rect">
            <a:avLst/>
          </a:prstGeom>
        </p:spPr>
        <p:txBody>
          <a:bodyPr anchor="b"/>
          <a:lstStyle/>
          <a:p>
            <a:r>
              <a:t>Title Text</a:t>
            </a:r>
          </a:p>
        </p:txBody>
      </p:sp>
      <p:sp>
        <p:nvSpPr>
          <p:cNvPr id="12" name="Body Level One…"/>
          <p:cNvSpPr txBox="1">
            <a:spLocks noGrp="1"/>
          </p:cNvSpPr>
          <p:nvPr>
            <p:ph type="body" sz="quarter" idx="1"/>
          </p:nvPr>
        </p:nvSpPr>
        <p:spPr>
          <a:xfrm>
            <a:off x="1270000" y="5029200"/>
            <a:ext cx="10464800" cy="1130300"/>
          </a:xfrm>
          <a:prstGeom prst="rect">
            <a:avLst/>
          </a:prstGeom>
        </p:spPr>
        <p:txBody>
          <a:bodyPr anchor="t"/>
          <a:lstStyle>
            <a:lvl1pPr algn="ctr">
              <a:spcBef>
                <a:spcPts val="0"/>
              </a:spcBef>
              <a:defRPr sz="3200"/>
            </a:lvl1pPr>
            <a:lvl2pPr indent="228600" algn="ctr">
              <a:spcBef>
                <a:spcPts val="0"/>
              </a:spcBef>
              <a:defRPr sz="3200"/>
            </a:lvl2pPr>
            <a:lvl3pPr marL="0" indent="457200" algn="ctr">
              <a:spcBef>
                <a:spcPts val="0"/>
              </a:spcBef>
              <a:buSzTx/>
              <a:buNone/>
              <a:defRPr sz="3200"/>
            </a:lvl3pPr>
            <a:lvl4pPr marL="0" indent="685800" algn="ctr">
              <a:spcBef>
                <a:spcPts val="0"/>
              </a:spcBef>
              <a:buSzTx/>
              <a:buNone/>
              <a:defRPr sz="3200"/>
            </a:lvl4pPr>
            <a:lvl5pPr marL="0" indent="914400" algn="ctr">
              <a:spcBef>
                <a:spcPts val="0"/>
              </a:spcBef>
              <a:buSzTx/>
              <a:buNone/>
              <a:defRPr sz="32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Photo - Horizontal">
    <p:spTree>
      <p:nvGrpSpPr>
        <p:cNvPr id="1" name=""/>
        <p:cNvGrpSpPr/>
        <p:nvPr/>
      </p:nvGrpSpPr>
      <p:grpSpPr>
        <a:xfrm>
          <a:off x="0" y="0"/>
          <a:ext cx="0" cy="0"/>
          <a:chOff x="0" y="0"/>
          <a:chExt cx="0" cy="0"/>
        </a:xfrm>
      </p:grpSpPr>
      <p:sp>
        <p:nvSpPr>
          <p:cNvPr id="20" name="Image"/>
          <p:cNvSpPr>
            <a:spLocks noGrp="1"/>
          </p:cNvSpPr>
          <p:nvPr>
            <p:ph type="pic" idx="21"/>
          </p:nvPr>
        </p:nvSpPr>
        <p:spPr>
          <a:xfrm>
            <a:off x="1606550" y="635000"/>
            <a:ext cx="9779000" cy="6522729"/>
          </a:xfrm>
          <a:prstGeom prst="rect">
            <a:avLst/>
          </a:prstGeom>
        </p:spPr>
        <p:txBody>
          <a:bodyPr lIns="91439" tIns="45719" rIns="91439" bIns="45719" anchor="t">
            <a:noAutofit/>
          </a:bodyPr>
          <a:lstStyle/>
          <a:p>
            <a:endParaRPr/>
          </a:p>
        </p:txBody>
      </p:sp>
      <p:sp>
        <p:nvSpPr>
          <p:cNvPr id="21" name="Title Text"/>
          <p:cNvSpPr txBox="1">
            <a:spLocks noGrp="1"/>
          </p:cNvSpPr>
          <p:nvPr>
            <p:ph type="title"/>
          </p:nvPr>
        </p:nvSpPr>
        <p:spPr>
          <a:xfrm>
            <a:off x="1270000" y="6718300"/>
            <a:ext cx="10464800" cy="1422400"/>
          </a:xfrm>
          <a:prstGeom prst="rect">
            <a:avLst/>
          </a:prstGeom>
        </p:spPr>
        <p:txBody>
          <a:bodyPr anchor="b"/>
          <a:lstStyle/>
          <a:p>
            <a:r>
              <a:t>Title Text</a:t>
            </a:r>
          </a:p>
        </p:txBody>
      </p:sp>
      <p:sp>
        <p:nvSpPr>
          <p:cNvPr id="22" name="Body Level One…"/>
          <p:cNvSpPr txBox="1">
            <a:spLocks noGrp="1"/>
          </p:cNvSpPr>
          <p:nvPr>
            <p:ph type="body" sz="quarter" idx="1"/>
          </p:nvPr>
        </p:nvSpPr>
        <p:spPr>
          <a:xfrm>
            <a:off x="1270000" y="8191500"/>
            <a:ext cx="10464800" cy="1130300"/>
          </a:xfrm>
          <a:prstGeom prst="rect">
            <a:avLst/>
          </a:prstGeom>
        </p:spPr>
        <p:txBody>
          <a:bodyPr anchor="t"/>
          <a:lstStyle>
            <a:lvl1pPr algn="ctr">
              <a:spcBef>
                <a:spcPts val="0"/>
              </a:spcBef>
              <a:defRPr sz="3200"/>
            </a:lvl1pPr>
            <a:lvl2pPr indent="228600" algn="ctr">
              <a:spcBef>
                <a:spcPts val="0"/>
              </a:spcBef>
              <a:defRPr sz="3200"/>
            </a:lvl2pPr>
            <a:lvl3pPr marL="0" indent="457200" algn="ctr">
              <a:spcBef>
                <a:spcPts val="0"/>
              </a:spcBef>
              <a:buSzTx/>
              <a:buNone/>
              <a:defRPr sz="3200"/>
            </a:lvl3pPr>
            <a:lvl4pPr marL="0" indent="685800" algn="ctr">
              <a:spcBef>
                <a:spcPts val="0"/>
              </a:spcBef>
              <a:buSzTx/>
              <a:buNone/>
              <a:defRPr sz="3200"/>
            </a:lvl4pPr>
            <a:lvl5pPr marL="0" indent="914400" algn="ctr">
              <a:spcBef>
                <a:spcPts val="0"/>
              </a:spcBef>
              <a:buSzTx/>
              <a:buNone/>
              <a:defRPr sz="3200"/>
            </a:lvl5pPr>
          </a:lstStyle>
          <a:p>
            <a:r>
              <a:t>Body Level One</a:t>
            </a:r>
          </a:p>
          <a:p>
            <a:pPr lvl="1"/>
            <a:r>
              <a:t>Body Level Two</a:t>
            </a:r>
          </a:p>
          <a:p>
            <a:pPr lvl="2"/>
            <a:r>
              <a:t>Body Level Three</a:t>
            </a:r>
          </a:p>
          <a:p>
            <a:pPr lvl="3"/>
            <a:r>
              <a:t>Body Level Four</a:t>
            </a:r>
          </a:p>
          <a:p>
            <a:pPr lvl="4"/>
            <a:r>
              <a:t>Body Level Five</a:t>
            </a:r>
          </a:p>
        </p:txBody>
      </p:sp>
      <p:sp>
        <p:nvSpPr>
          <p:cNvPr id="23" name="Slide Number"/>
          <p:cNvSpPr txBox="1">
            <a:spLocks noGrp="1"/>
          </p:cNvSpPr>
          <p:nvPr>
            <p:ph type="sldNum" sz="quarter" idx="2"/>
          </p:nvPr>
        </p:nvSpPr>
        <p:spPr>
          <a:xfrm>
            <a:off x="6311798" y="9245600"/>
            <a:ext cx="368504" cy="381000"/>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30" name="Title Text"/>
          <p:cNvSpPr txBox="1">
            <a:spLocks noGrp="1"/>
          </p:cNvSpPr>
          <p:nvPr>
            <p:ph type="title"/>
          </p:nvPr>
        </p:nvSpPr>
        <p:spPr>
          <a:xfrm>
            <a:off x="1270000" y="3225800"/>
            <a:ext cx="10464800" cy="3302000"/>
          </a:xfrm>
          <a:prstGeom prst="rect">
            <a:avLst/>
          </a:prstGeom>
        </p:spPr>
        <p:txBody>
          <a:bodyPr/>
          <a:lstStyle/>
          <a:p>
            <a:r>
              <a:t>Title Text</a:t>
            </a:r>
          </a:p>
        </p:txBody>
      </p:sp>
      <p:sp>
        <p:nvSpPr>
          <p:cNvPr id="3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Photo - Vertical">
    <p:spTree>
      <p:nvGrpSpPr>
        <p:cNvPr id="1" name=""/>
        <p:cNvGrpSpPr/>
        <p:nvPr/>
      </p:nvGrpSpPr>
      <p:grpSpPr>
        <a:xfrm>
          <a:off x="0" y="0"/>
          <a:ext cx="0" cy="0"/>
          <a:chOff x="0" y="0"/>
          <a:chExt cx="0" cy="0"/>
        </a:xfrm>
      </p:grpSpPr>
      <p:sp>
        <p:nvSpPr>
          <p:cNvPr id="38" name="Image"/>
          <p:cNvSpPr>
            <a:spLocks noGrp="1"/>
          </p:cNvSpPr>
          <p:nvPr>
            <p:ph type="pic" idx="21"/>
          </p:nvPr>
        </p:nvSpPr>
        <p:spPr>
          <a:xfrm>
            <a:off x="2717800" y="635000"/>
            <a:ext cx="12357100" cy="8238067"/>
          </a:xfrm>
          <a:prstGeom prst="rect">
            <a:avLst/>
          </a:prstGeom>
        </p:spPr>
        <p:txBody>
          <a:bodyPr lIns="91439" tIns="45719" rIns="91439" bIns="45719" anchor="t">
            <a:noAutofit/>
          </a:bodyPr>
          <a:lstStyle/>
          <a:p>
            <a:endParaRPr/>
          </a:p>
        </p:txBody>
      </p:sp>
      <p:sp>
        <p:nvSpPr>
          <p:cNvPr id="39" name="Title Text"/>
          <p:cNvSpPr txBox="1">
            <a:spLocks noGrp="1"/>
          </p:cNvSpPr>
          <p:nvPr>
            <p:ph type="title"/>
          </p:nvPr>
        </p:nvSpPr>
        <p:spPr>
          <a:xfrm>
            <a:off x="952500" y="635000"/>
            <a:ext cx="5334000" cy="3987800"/>
          </a:xfrm>
          <a:prstGeom prst="rect">
            <a:avLst/>
          </a:prstGeom>
        </p:spPr>
        <p:txBody>
          <a:bodyPr anchor="b"/>
          <a:lstStyle>
            <a:lvl1pPr>
              <a:defRPr sz="6000"/>
            </a:lvl1pPr>
          </a:lstStyle>
          <a:p>
            <a:r>
              <a:t>Title Text</a:t>
            </a:r>
          </a:p>
        </p:txBody>
      </p:sp>
      <p:sp>
        <p:nvSpPr>
          <p:cNvPr id="40" name="Body Level One…"/>
          <p:cNvSpPr txBox="1">
            <a:spLocks noGrp="1"/>
          </p:cNvSpPr>
          <p:nvPr>
            <p:ph type="body" sz="quarter" idx="1"/>
          </p:nvPr>
        </p:nvSpPr>
        <p:spPr>
          <a:xfrm>
            <a:off x="952500" y="4762500"/>
            <a:ext cx="5334000" cy="4102100"/>
          </a:xfrm>
          <a:prstGeom prst="rect">
            <a:avLst/>
          </a:prstGeom>
        </p:spPr>
        <p:txBody>
          <a:bodyPr anchor="t"/>
          <a:lstStyle>
            <a:lvl1pPr algn="ctr">
              <a:spcBef>
                <a:spcPts val="0"/>
              </a:spcBef>
              <a:defRPr sz="3200"/>
            </a:lvl1pPr>
            <a:lvl2pPr indent="228600" algn="ctr">
              <a:spcBef>
                <a:spcPts val="0"/>
              </a:spcBef>
              <a:defRPr sz="3200"/>
            </a:lvl2pPr>
            <a:lvl3pPr marL="0" indent="457200" algn="ctr">
              <a:spcBef>
                <a:spcPts val="0"/>
              </a:spcBef>
              <a:buSzTx/>
              <a:buNone/>
              <a:defRPr sz="3200"/>
            </a:lvl3pPr>
            <a:lvl4pPr marL="0" indent="685800" algn="ctr">
              <a:spcBef>
                <a:spcPts val="0"/>
              </a:spcBef>
              <a:buSzTx/>
              <a:buNone/>
              <a:defRPr sz="3200"/>
            </a:lvl4pPr>
            <a:lvl5pPr marL="0" indent="914400" algn="ctr">
              <a:spcBef>
                <a:spcPts val="0"/>
              </a:spcBef>
              <a:buSzTx/>
              <a:buNone/>
              <a:defRPr sz="3200"/>
            </a:lvl5pPr>
          </a:lstStyle>
          <a:p>
            <a:r>
              <a:t>Body Level One</a:t>
            </a:r>
          </a:p>
          <a:p>
            <a:pPr lvl="1"/>
            <a:r>
              <a:t>Body Level Two</a:t>
            </a:r>
          </a:p>
          <a:p>
            <a:pPr lvl="2"/>
            <a:r>
              <a:t>Body Level Three</a:t>
            </a:r>
          </a:p>
          <a:p>
            <a:pPr lvl="3"/>
            <a:r>
              <a:t>Body Level Four</a:t>
            </a:r>
          </a:p>
          <a:p>
            <a:pPr lvl="4"/>
            <a:r>
              <a:t>Body Level Five</a:t>
            </a:r>
          </a:p>
        </p:txBody>
      </p:sp>
      <p:sp>
        <p:nvSpPr>
          <p:cNvPr id="4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48" name="Title Text"/>
          <p:cNvSpPr txBox="1">
            <a:spLocks noGrp="1"/>
          </p:cNvSpPr>
          <p:nvPr>
            <p:ph type="title"/>
          </p:nvPr>
        </p:nvSpPr>
        <p:spPr>
          <a:prstGeom prst="rect">
            <a:avLst/>
          </a:prstGeom>
        </p:spPr>
        <p:txBody>
          <a:bodyPr/>
          <a:lstStyle/>
          <a:p>
            <a:r>
              <a:t>Title Text</a:t>
            </a:r>
          </a:p>
        </p:txBody>
      </p:sp>
      <p:sp>
        <p:nvSpPr>
          <p:cNvPr id="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xfrm>
            <a:off x="952500" y="152400"/>
            <a:ext cx="11099800" cy="1080046"/>
          </a:xfrm>
          <a:prstGeom prst="rect">
            <a:avLst/>
          </a:prstGeom>
        </p:spPr>
        <p:txBody>
          <a:bodyPr/>
          <a:lstStyle/>
          <a:p>
            <a:r>
              <a:t>Title Text</a:t>
            </a:r>
          </a:p>
        </p:txBody>
      </p:sp>
      <p:sp>
        <p:nvSpPr>
          <p:cNvPr id="57" name="Body Level One…"/>
          <p:cNvSpPr txBox="1">
            <a:spLocks noGrp="1"/>
          </p:cNvSpPr>
          <p:nvPr>
            <p:ph type="body" idx="1"/>
          </p:nvPr>
        </p:nvSpPr>
        <p:spPr>
          <a:xfrm>
            <a:off x="952500" y="1409700"/>
            <a:ext cx="11099800" cy="6286500"/>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5" name="Image"/>
          <p:cNvSpPr>
            <a:spLocks noGrp="1"/>
          </p:cNvSpPr>
          <p:nvPr>
            <p:ph type="pic" idx="21"/>
          </p:nvPr>
        </p:nvSpPr>
        <p:spPr>
          <a:xfrm>
            <a:off x="4533900" y="2603500"/>
            <a:ext cx="9429750" cy="6286500"/>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prstGeom prst="rect">
            <a:avLst/>
          </a:prstGeom>
        </p:spPr>
        <p:txBody>
          <a:bodyPr/>
          <a:lstStyle/>
          <a:p>
            <a:r>
              <a:t>Title Text</a:t>
            </a:r>
          </a:p>
        </p:txBody>
      </p:sp>
      <p:sp>
        <p:nvSpPr>
          <p:cNvPr id="67" name="Body Level One…"/>
          <p:cNvSpPr txBox="1">
            <a:spLocks noGrp="1"/>
          </p:cNvSpPr>
          <p:nvPr>
            <p:ph type="body" sz="half" idx="1"/>
          </p:nvPr>
        </p:nvSpPr>
        <p:spPr>
          <a:xfrm>
            <a:off x="952500" y="2603500"/>
            <a:ext cx="5334000" cy="6286500"/>
          </a:xfrm>
          <a:prstGeom prst="rect">
            <a:avLst/>
          </a:prstGeom>
        </p:spPr>
        <p:txBody>
          <a:bodyPr/>
          <a:lstStyle>
            <a:lvl1pPr>
              <a:spcBef>
                <a:spcPts val="3200"/>
              </a:spcBef>
              <a:defRPr sz="2800"/>
            </a:lvl1pPr>
            <a:lvl2pPr indent="342900">
              <a:spcBef>
                <a:spcPts val="3200"/>
              </a:spcBef>
              <a:defRPr sz="2800"/>
            </a:lvl2pPr>
            <a:lvl3pPr marL="1028700" indent="-342900">
              <a:spcBef>
                <a:spcPts val="3200"/>
              </a:spcBef>
              <a:defRPr sz="2800"/>
            </a:lvl3pPr>
            <a:lvl4pPr marL="1371600" indent="-342900">
              <a:spcBef>
                <a:spcPts val="3200"/>
              </a:spcBef>
              <a:defRPr sz="2800"/>
            </a:lvl4pPr>
            <a:lvl5pPr marL="1714500" indent="-342900">
              <a:spcBef>
                <a:spcPts val="3200"/>
              </a:spcBef>
              <a:defRPr sz="28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75" name="Body Level One…"/>
          <p:cNvSpPr txBox="1">
            <a:spLocks noGrp="1"/>
          </p:cNvSpPr>
          <p:nvPr>
            <p:ph type="body" idx="1"/>
          </p:nvPr>
        </p:nvSpPr>
        <p:spPr>
          <a:xfrm>
            <a:off x="952500" y="1270000"/>
            <a:ext cx="11099800" cy="7213600"/>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7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83" name="Image"/>
          <p:cNvSpPr>
            <a:spLocks noGrp="1"/>
          </p:cNvSpPr>
          <p:nvPr>
            <p:ph type="pic" idx="21"/>
          </p:nvPr>
        </p:nvSpPr>
        <p:spPr>
          <a:xfrm>
            <a:off x="-2374900" y="889000"/>
            <a:ext cx="11976100" cy="7984067"/>
          </a:xfrm>
          <a:prstGeom prst="rect">
            <a:avLst/>
          </a:prstGeom>
        </p:spPr>
        <p:txBody>
          <a:bodyPr lIns="91439" tIns="45719" rIns="91439" bIns="45719" anchor="t">
            <a:noAutofit/>
          </a:bodyPr>
          <a:lstStyle/>
          <a:p>
            <a:endParaRPr/>
          </a:p>
        </p:txBody>
      </p:sp>
      <p:sp>
        <p:nvSpPr>
          <p:cNvPr id="84" name="Image"/>
          <p:cNvSpPr>
            <a:spLocks noGrp="1"/>
          </p:cNvSpPr>
          <p:nvPr>
            <p:ph type="pic" sz="quarter" idx="22"/>
          </p:nvPr>
        </p:nvSpPr>
        <p:spPr>
          <a:xfrm>
            <a:off x="6680200" y="5026947"/>
            <a:ext cx="6057901" cy="4040705"/>
          </a:xfrm>
          <a:prstGeom prst="rect">
            <a:avLst/>
          </a:prstGeom>
        </p:spPr>
        <p:txBody>
          <a:bodyPr lIns="91439" tIns="45719" rIns="91439" bIns="45719" anchor="t">
            <a:noAutofit/>
          </a:bodyPr>
          <a:lstStyle/>
          <a:p>
            <a:endParaRPr/>
          </a:p>
        </p:txBody>
      </p:sp>
      <p:sp>
        <p:nvSpPr>
          <p:cNvPr id="85" name="Image"/>
          <p:cNvSpPr>
            <a:spLocks noGrp="1"/>
          </p:cNvSpPr>
          <p:nvPr>
            <p:ph type="pic" sz="quarter" idx="23"/>
          </p:nvPr>
        </p:nvSpPr>
        <p:spPr>
          <a:xfrm>
            <a:off x="6502400" y="886747"/>
            <a:ext cx="5867400" cy="3911601"/>
          </a:xfrm>
          <a:prstGeom prst="rect">
            <a:avLst/>
          </a:prstGeom>
        </p:spPr>
        <p:txBody>
          <a:bodyPr lIns="91439" tIns="45719" rIns="91439" bIns="45719" anchor="t">
            <a:noAutofit/>
          </a:bodyPr>
          <a:lstStyle/>
          <a:p>
            <a:endParaRPr/>
          </a:p>
        </p:txBody>
      </p:sp>
      <p:sp>
        <p:nvSpPr>
          <p:cNvPr id="8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93" name="–Johnny Appleseed"/>
          <p:cNvSpPr>
            <a:spLocks noGrp="1"/>
          </p:cNvSpPr>
          <p:nvPr>
            <p:ph type="body" sz="quarter" idx="21"/>
          </p:nvPr>
        </p:nvSpPr>
        <p:spPr>
          <a:xfrm>
            <a:off x="1270000" y="6362700"/>
            <a:ext cx="10464800" cy="469900"/>
          </a:xfrm>
          <a:prstGeom prst="rect">
            <a:avLst/>
          </a:prstGeom>
        </p:spPr>
        <p:txBody>
          <a:bodyPr anchor="t">
            <a:spAutoFit/>
          </a:bodyPr>
          <a:lstStyle>
            <a:lvl1pPr algn="ctr">
              <a:spcBef>
                <a:spcPts val="0"/>
              </a:spcBef>
              <a:defRPr sz="2400">
                <a:latin typeface="Helvetica"/>
                <a:ea typeface="Helvetica"/>
                <a:cs typeface="Helvetica"/>
                <a:sym typeface="Helvetica"/>
              </a:defRPr>
            </a:lvl1pPr>
          </a:lstStyle>
          <a:p>
            <a:r>
              <a:t>–Johnny Appleseed</a:t>
            </a:r>
          </a:p>
        </p:txBody>
      </p:sp>
      <p:sp>
        <p:nvSpPr>
          <p:cNvPr id="94" name="“Type a quote here.”"/>
          <p:cNvSpPr>
            <a:spLocks noGrp="1"/>
          </p:cNvSpPr>
          <p:nvPr>
            <p:ph type="body" sz="quarter" idx="22"/>
          </p:nvPr>
        </p:nvSpPr>
        <p:spPr>
          <a:xfrm>
            <a:off x="1270000" y="4267200"/>
            <a:ext cx="10464800" cy="685800"/>
          </a:xfrm>
          <a:prstGeom prst="rect">
            <a:avLst/>
          </a:prstGeom>
        </p:spPr>
        <p:txBody>
          <a:bodyPr>
            <a:spAutoFit/>
          </a:bodyPr>
          <a:lstStyle>
            <a:lvl1pPr algn="ctr">
              <a:spcBef>
                <a:spcPts val="0"/>
              </a:spcBef>
              <a:defRPr sz="3800"/>
            </a:lvl1pPr>
          </a:lstStyle>
          <a:p>
            <a:r>
              <a:t>“Type a quote here.” </a:t>
            </a:r>
          </a:p>
        </p:txBody>
      </p:sp>
      <p:sp>
        <p:nvSpPr>
          <p:cNvPr id="9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02" name="Image"/>
          <p:cNvSpPr>
            <a:spLocks noGrp="1"/>
          </p:cNvSpPr>
          <p:nvPr>
            <p:ph type="pic" idx="21"/>
          </p:nvPr>
        </p:nvSpPr>
        <p:spPr>
          <a:xfrm>
            <a:off x="-812800" y="0"/>
            <a:ext cx="14622784" cy="9753600"/>
          </a:xfrm>
          <a:prstGeom prst="rect">
            <a:avLst/>
          </a:prstGeom>
        </p:spPr>
        <p:txBody>
          <a:bodyPr lIns="91439" tIns="45719" rIns="91439" bIns="45719" anchor="t">
            <a:noAutofit/>
          </a:bodyPr>
          <a:lstStyle/>
          <a:p>
            <a:endParaRPr/>
          </a:p>
        </p:txBody>
      </p:sp>
      <p:sp>
        <p:nvSpPr>
          <p:cNvPr id="10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1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Default - Title and Content">
    <p:spTree>
      <p:nvGrpSpPr>
        <p:cNvPr id="1" name=""/>
        <p:cNvGrpSpPr/>
        <p:nvPr/>
      </p:nvGrpSpPr>
      <p:grpSpPr>
        <a:xfrm>
          <a:off x="0" y="0"/>
          <a:ext cx="0" cy="0"/>
          <a:chOff x="0" y="0"/>
          <a:chExt cx="0" cy="0"/>
        </a:xfrm>
      </p:grpSpPr>
      <p:sp>
        <p:nvSpPr>
          <p:cNvPr id="126" name="Title Text"/>
          <p:cNvSpPr txBox="1">
            <a:spLocks noGrp="1"/>
          </p:cNvSpPr>
          <p:nvPr>
            <p:ph type="title"/>
          </p:nvPr>
        </p:nvSpPr>
        <p:spPr>
          <a:xfrm>
            <a:off x="650239" y="390596"/>
            <a:ext cx="11704322" cy="1625601"/>
          </a:xfrm>
          <a:prstGeom prst="rect">
            <a:avLst/>
          </a:prstGeom>
          <a:ln>
            <a:round/>
          </a:ln>
        </p:spPr>
        <p:txBody>
          <a:bodyPr lIns="54186" tIns="54186" rIns="54186" bIns="54186">
            <a:noAutofit/>
          </a:bodyPr>
          <a:lstStyle>
            <a:lvl1pPr defTabSz="457200">
              <a:defRPr sz="6200">
                <a:uFill>
                  <a:solidFill>
                    <a:srgbClr val="000000"/>
                  </a:solidFill>
                </a:uFill>
                <a:latin typeface="Calibri"/>
                <a:ea typeface="Calibri"/>
                <a:cs typeface="Calibri"/>
                <a:sym typeface="Calibri"/>
              </a:defRPr>
            </a:lvl1pPr>
          </a:lstStyle>
          <a:p>
            <a:r>
              <a:t>Title Text</a:t>
            </a:r>
          </a:p>
        </p:txBody>
      </p:sp>
      <p:sp>
        <p:nvSpPr>
          <p:cNvPr id="127" name="Body Level One…"/>
          <p:cNvSpPr txBox="1">
            <a:spLocks noGrp="1"/>
          </p:cNvSpPr>
          <p:nvPr>
            <p:ph type="body" idx="1"/>
          </p:nvPr>
        </p:nvSpPr>
        <p:spPr>
          <a:xfrm>
            <a:off x="650239" y="2275839"/>
            <a:ext cx="11704322" cy="6436926"/>
          </a:xfrm>
          <a:prstGeom prst="rect">
            <a:avLst/>
          </a:prstGeom>
          <a:ln>
            <a:round/>
          </a:ln>
        </p:spPr>
        <p:txBody>
          <a:bodyPr lIns="54186" tIns="54186" rIns="54186" bIns="54186" anchor="t">
            <a:noAutofit/>
          </a:bodyPr>
          <a:lstStyle>
            <a:lvl1pPr marL="471487" indent="-471487" defTabSz="457200">
              <a:spcBef>
                <a:spcPts val="700"/>
              </a:spcBef>
              <a:buClr>
                <a:srgbClr val="000000"/>
              </a:buClr>
              <a:buSzPct val="100000"/>
              <a:buFont typeface="Arial"/>
              <a:buChar char="•"/>
              <a:defRPr sz="4400">
                <a:uFill>
                  <a:solidFill>
                    <a:srgbClr val="000000"/>
                  </a:solidFill>
                </a:uFill>
                <a:latin typeface="Calibri"/>
                <a:ea typeface="Calibri"/>
                <a:cs typeface="Calibri"/>
                <a:sym typeface="Calibri"/>
              </a:defRPr>
            </a:lvl1pPr>
            <a:lvl2pPr marL="845003" indent="-387803" defTabSz="457200">
              <a:spcBef>
                <a:spcPts val="600"/>
              </a:spcBef>
              <a:buClr>
                <a:srgbClr val="000000"/>
              </a:buClr>
              <a:buSzPct val="100000"/>
              <a:buFont typeface="Arial"/>
              <a:buChar char="–"/>
              <a:defRPr sz="3800">
                <a:uFill>
                  <a:solidFill>
                    <a:srgbClr val="000000"/>
                  </a:solidFill>
                </a:uFill>
                <a:latin typeface="Calibri"/>
                <a:ea typeface="Calibri"/>
                <a:cs typeface="Calibri"/>
                <a:sym typeface="Calibri"/>
              </a:defRPr>
            </a:lvl2pPr>
            <a:lvl3pPr marL="1238250" indent="-323850" defTabSz="457200">
              <a:spcBef>
                <a:spcPts val="500"/>
              </a:spcBef>
              <a:buClr>
                <a:srgbClr val="000000"/>
              </a:buClr>
              <a:buSzPct val="100000"/>
              <a:buFont typeface="Arial"/>
              <a:defRPr sz="3400">
                <a:uFill>
                  <a:solidFill>
                    <a:srgbClr val="000000"/>
                  </a:solidFill>
                </a:uFill>
                <a:latin typeface="Calibri"/>
                <a:ea typeface="Calibri"/>
                <a:cs typeface="Calibri"/>
                <a:sym typeface="Calibri"/>
              </a:defRPr>
            </a:lvl3pPr>
            <a:lvl4pPr marL="16916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4pPr>
            <a:lvl5pPr marL="21488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5pPr>
          </a:lstStyle>
          <a:p>
            <a:r>
              <a:t>Body Level One</a:t>
            </a:r>
          </a:p>
          <a:p>
            <a:pPr lvl="1"/>
            <a:r>
              <a:t>Body Level Two</a:t>
            </a:r>
          </a:p>
          <a:p>
            <a:pPr lvl="2"/>
            <a:r>
              <a:t>Body Level Three</a:t>
            </a:r>
          </a:p>
          <a:p>
            <a:pPr lvl="3"/>
            <a:r>
              <a:t>Body Level Four</a:t>
            </a:r>
          </a:p>
          <a:p>
            <a:pPr lvl="4"/>
            <a:r>
              <a:t>Body Level Five</a:t>
            </a:r>
          </a:p>
        </p:txBody>
      </p:sp>
      <p:sp>
        <p:nvSpPr>
          <p:cNvPr id="128" name="Slide Number"/>
          <p:cNvSpPr txBox="1">
            <a:spLocks noGrp="1"/>
          </p:cNvSpPr>
          <p:nvPr>
            <p:ph type="sldNum" sz="quarter" idx="2"/>
          </p:nvPr>
        </p:nvSpPr>
        <p:spPr>
          <a:xfrm>
            <a:off x="12027508" y="9220045"/>
            <a:ext cx="327052" cy="317528"/>
          </a:xfrm>
          <a:prstGeom prst="rect">
            <a:avLst/>
          </a:prstGeom>
          <a:ln>
            <a:round/>
          </a:ln>
        </p:spPr>
        <p:txBody>
          <a:bodyPr lIns="54186" tIns="54186" rIns="54186" bIns="54186" anchor="ctr"/>
          <a:lstStyle>
            <a:lvl1pPr algn="r" defTabSz="457200">
              <a:buClr>
                <a:srgbClr val="9A9A9A"/>
              </a:buClr>
              <a:defRPr sz="1600">
                <a:solidFill>
                  <a:srgbClr val="9A9A9A"/>
                </a:solidFill>
                <a:uFill>
                  <a:solidFill>
                    <a:srgbClr val="9A9A9A"/>
                  </a:solidFill>
                </a:uFill>
                <a:latin typeface="Calibri"/>
                <a:ea typeface="Calibri"/>
                <a:cs typeface="Calibri"/>
                <a:sym typeface="Calibri"/>
              </a:defRPr>
            </a:lvl1p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Default - Title and Content">
    <p:spTree>
      <p:nvGrpSpPr>
        <p:cNvPr id="1" name=""/>
        <p:cNvGrpSpPr/>
        <p:nvPr/>
      </p:nvGrpSpPr>
      <p:grpSpPr>
        <a:xfrm>
          <a:off x="0" y="0"/>
          <a:ext cx="0" cy="0"/>
          <a:chOff x="0" y="0"/>
          <a:chExt cx="0" cy="0"/>
        </a:xfrm>
      </p:grpSpPr>
      <p:sp>
        <p:nvSpPr>
          <p:cNvPr id="135" name="Title Text"/>
          <p:cNvSpPr txBox="1">
            <a:spLocks noGrp="1"/>
          </p:cNvSpPr>
          <p:nvPr>
            <p:ph type="title"/>
          </p:nvPr>
        </p:nvSpPr>
        <p:spPr>
          <a:xfrm>
            <a:off x="650239" y="390596"/>
            <a:ext cx="11704322" cy="1625601"/>
          </a:xfrm>
          <a:prstGeom prst="rect">
            <a:avLst/>
          </a:prstGeom>
          <a:ln>
            <a:round/>
          </a:ln>
        </p:spPr>
        <p:txBody>
          <a:bodyPr lIns="54186" tIns="54186" rIns="54186" bIns="54186">
            <a:noAutofit/>
          </a:bodyPr>
          <a:lstStyle>
            <a:lvl1pPr defTabSz="457200">
              <a:defRPr sz="6200">
                <a:uFill>
                  <a:solidFill>
                    <a:srgbClr val="000000"/>
                  </a:solidFill>
                </a:uFill>
                <a:latin typeface="Calibri"/>
                <a:ea typeface="Calibri"/>
                <a:cs typeface="Calibri"/>
                <a:sym typeface="Calibri"/>
              </a:defRPr>
            </a:lvl1pPr>
          </a:lstStyle>
          <a:p>
            <a:r>
              <a:t>Title Text</a:t>
            </a:r>
          </a:p>
        </p:txBody>
      </p:sp>
      <p:sp>
        <p:nvSpPr>
          <p:cNvPr id="136" name="Body Level One…"/>
          <p:cNvSpPr txBox="1">
            <a:spLocks noGrp="1"/>
          </p:cNvSpPr>
          <p:nvPr>
            <p:ph type="body" idx="1"/>
          </p:nvPr>
        </p:nvSpPr>
        <p:spPr>
          <a:xfrm>
            <a:off x="650239" y="2275839"/>
            <a:ext cx="11704322" cy="6436926"/>
          </a:xfrm>
          <a:prstGeom prst="rect">
            <a:avLst/>
          </a:prstGeom>
          <a:ln>
            <a:round/>
          </a:ln>
        </p:spPr>
        <p:txBody>
          <a:bodyPr lIns="54186" tIns="54186" rIns="54186" bIns="54186" anchor="t">
            <a:noAutofit/>
          </a:bodyPr>
          <a:lstStyle>
            <a:lvl1pPr marL="471487" indent="-471487" defTabSz="457200">
              <a:spcBef>
                <a:spcPts val="700"/>
              </a:spcBef>
              <a:buClr>
                <a:srgbClr val="000000"/>
              </a:buClr>
              <a:buSzPct val="100000"/>
              <a:buFont typeface="Arial"/>
              <a:buChar char="•"/>
              <a:defRPr sz="4400">
                <a:uFill>
                  <a:solidFill>
                    <a:srgbClr val="000000"/>
                  </a:solidFill>
                </a:uFill>
                <a:latin typeface="Calibri"/>
                <a:ea typeface="Calibri"/>
                <a:cs typeface="Calibri"/>
                <a:sym typeface="Calibri"/>
              </a:defRPr>
            </a:lvl1pPr>
            <a:lvl2pPr marL="845003" indent="-387803" defTabSz="457200">
              <a:spcBef>
                <a:spcPts val="600"/>
              </a:spcBef>
              <a:buClr>
                <a:srgbClr val="000000"/>
              </a:buClr>
              <a:buSzPct val="100000"/>
              <a:buFont typeface="Arial"/>
              <a:buChar char="–"/>
              <a:defRPr sz="3800">
                <a:uFill>
                  <a:solidFill>
                    <a:srgbClr val="000000"/>
                  </a:solidFill>
                </a:uFill>
                <a:latin typeface="Calibri"/>
                <a:ea typeface="Calibri"/>
                <a:cs typeface="Calibri"/>
                <a:sym typeface="Calibri"/>
              </a:defRPr>
            </a:lvl2pPr>
            <a:lvl3pPr marL="1238250" indent="-323850" defTabSz="457200">
              <a:spcBef>
                <a:spcPts val="500"/>
              </a:spcBef>
              <a:buClr>
                <a:srgbClr val="000000"/>
              </a:buClr>
              <a:buSzPct val="100000"/>
              <a:buFont typeface="Arial"/>
              <a:defRPr sz="3400">
                <a:uFill>
                  <a:solidFill>
                    <a:srgbClr val="000000"/>
                  </a:solidFill>
                </a:uFill>
                <a:latin typeface="Calibri"/>
                <a:ea typeface="Calibri"/>
                <a:cs typeface="Calibri"/>
                <a:sym typeface="Calibri"/>
              </a:defRPr>
            </a:lvl3pPr>
            <a:lvl4pPr marL="16916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4pPr>
            <a:lvl5pPr marL="21488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5pPr>
          </a:lstStyle>
          <a:p>
            <a:r>
              <a:t>Body Level One</a:t>
            </a:r>
          </a:p>
          <a:p>
            <a:pPr lvl="1"/>
            <a:r>
              <a:t>Body Level Two</a:t>
            </a:r>
          </a:p>
          <a:p>
            <a:pPr lvl="2"/>
            <a:r>
              <a:t>Body Level Three</a:t>
            </a:r>
          </a:p>
          <a:p>
            <a:pPr lvl="3"/>
            <a:r>
              <a:t>Body Level Four</a:t>
            </a:r>
          </a:p>
          <a:p>
            <a:pPr lvl="4"/>
            <a:r>
              <a:t>Body Level Five</a:t>
            </a:r>
          </a:p>
        </p:txBody>
      </p:sp>
      <p:sp>
        <p:nvSpPr>
          <p:cNvPr id="137" name="Slide Number"/>
          <p:cNvSpPr txBox="1">
            <a:spLocks noGrp="1"/>
          </p:cNvSpPr>
          <p:nvPr>
            <p:ph type="sldNum" sz="quarter" idx="2"/>
          </p:nvPr>
        </p:nvSpPr>
        <p:spPr>
          <a:xfrm>
            <a:off x="12027508" y="9220045"/>
            <a:ext cx="327052" cy="317528"/>
          </a:xfrm>
          <a:prstGeom prst="rect">
            <a:avLst/>
          </a:prstGeom>
          <a:ln>
            <a:round/>
          </a:ln>
        </p:spPr>
        <p:txBody>
          <a:bodyPr lIns="54186" tIns="54186" rIns="54186" bIns="54186" anchor="ctr"/>
          <a:lstStyle>
            <a:lvl1pPr algn="r" defTabSz="457200">
              <a:buClr>
                <a:srgbClr val="9A9A9A"/>
              </a:buClr>
              <a:defRPr sz="1600">
                <a:solidFill>
                  <a:srgbClr val="9A9A9A"/>
                </a:solidFill>
                <a:uFill>
                  <a:solidFill>
                    <a:srgbClr val="9A9A9A"/>
                  </a:solidFill>
                </a:uFill>
                <a:latin typeface="Calibri"/>
                <a:ea typeface="Calibri"/>
                <a:cs typeface="Calibri"/>
                <a:sym typeface="Calibri"/>
              </a:defRPr>
            </a:lvl1p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Default - Title and Content">
    <p:spTree>
      <p:nvGrpSpPr>
        <p:cNvPr id="1" name=""/>
        <p:cNvGrpSpPr/>
        <p:nvPr/>
      </p:nvGrpSpPr>
      <p:grpSpPr>
        <a:xfrm>
          <a:off x="0" y="0"/>
          <a:ext cx="0" cy="0"/>
          <a:chOff x="0" y="0"/>
          <a:chExt cx="0" cy="0"/>
        </a:xfrm>
      </p:grpSpPr>
      <p:sp>
        <p:nvSpPr>
          <p:cNvPr id="153" name="Title Text"/>
          <p:cNvSpPr txBox="1">
            <a:spLocks noGrp="1"/>
          </p:cNvSpPr>
          <p:nvPr>
            <p:ph type="title"/>
          </p:nvPr>
        </p:nvSpPr>
        <p:spPr>
          <a:xfrm>
            <a:off x="650239" y="390596"/>
            <a:ext cx="11704322" cy="1625601"/>
          </a:xfrm>
          <a:prstGeom prst="rect">
            <a:avLst/>
          </a:prstGeom>
          <a:ln>
            <a:round/>
          </a:ln>
        </p:spPr>
        <p:txBody>
          <a:bodyPr lIns="54186" tIns="54186" rIns="54186" bIns="54186">
            <a:noAutofit/>
          </a:bodyPr>
          <a:lstStyle>
            <a:lvl1pPr defTabSz="457200">
              <a:defRPr sz="6200">
                <a:uFill>
                  <a:solidFill>
                    <a:srgbClr val="000000"/>
                  </a:solidFill>
                </a:uFill>
                <a:latin typeface="Calibri"/>
                <a:ea typeface="Calibri"/>
                <a:cs typeface="Calibri"/>
                <a:sym typeface="Calibri"/>
              </a:defRPr>
            </a:lvl1pPr>
          </a:lstStyle>
          <a:p>
            <a:r>
              <a:t>Title Text</a:t>
            </a:r>
          </a:p>
        </p:txBody>
      </p:sp>
      <p:sp>
        <p:nvSpPr>
          <p:cNvPr id="154" name="Body Level One…"/>
          <p:cNvSpPr txBox="1">
            <a:spLocks noGrp="1"/>
          </p:cNvSpPr>
          <p:nvPr>
            <p:ph type="body" idx="1"/>
          </p:nvPr>
        </p:nvSpPr>
        <p:spPr>
          <a:xfrm>
            <a:off x="650239" y="2275839"/>
            <a:ext cx="11704322" cy="6436926"/>
          </a:xfrm>
          <a:prstGeom prst="rect">
            <a:avLst/>
          </a:prstGeom>
          <a:ln>
            <a:round/>
          </a:ln>
        </p:spPr>
        <p:txBody>
          <a:bodyPr lIns="54186" tIns="54186" rIns="54186" bIns="54186" anchor="t">
            <a:noAutofit/>
          </a:bodyPr>
          <a:lstStyle>
            <a:lvl1pPr marL="471487" indent="-471487" defTabSz="457200">
              <a:spcBef>
                <a:spcPts val="700"/>
              </a:spcBef>
              <a:buClr>
                <a:srgbClr val="000000"/>
              </a:buClr>
              <a:buSzPct val="100000"/>
              <a:buFont typeface="Arial"/>
              <a:buChar char="•"/>
              <a:defRPr sz="4400">
                <a:uFill>
                  <a:solidFill>
                    <a:srgbClr val="000000"/>
                  </a:solidFill>
                </a:uFill>
                <a:latin typeface="Calibri"/>
                <a:ea typeface="Calibri"/>
                <a:cs typeface="Calibri"/>
                <a:sym typeface="Calibri"/>
              </a:defRPr>
            </a:lvl1pPr>
            <a:lvl2pPr marL="845003" indent="-387803" defTabSz="457200">
              <a:spcBef>
                <a:spcPts val="600"/>
              </a:spcBef>
              <a:buClr>
                <a:srgbClr val="000000"/>
              </a:buClr>
              <a:buSzPct val="100000"/>
              <a:buFont typeface="Arial"/>
              <a:buChar char="–"/>
              <a:defRPr sz="3800">
                <a:uFill>
                  <a:solidFill>
                    <a:srgbClr val="000000"/>
                  </a:solidFill>
                </a:uFill>
                <a:latin typeface="Calibri"/>
                <a:ea typeface="Calibri"/>
                <a:cs typeface="Calibri"/>
                <a:sym typeface="Calibri"/>
              </a:defRPr>
            </a:lvl2pPr>
            <a:lvl3pPr marL="1238250" indent="-323850" defTabSz="457200">
              <a:spcBef>
                <a:spcPts val="500"/>
              </a:spcBef>
              <a:buClr>
                <a:srgbClr val="000000"/>
              </a:buClr>
              <a:buSzPct val="100000"/>
              <a:buFont typeface="Arial"/>
              <a:defRPr sz="3400">
                <a:uFill>
                  <a:solidFill>
                    <a:srgbClr val="000000"/>
                  </a:solidFill>
                </a:uFill>
                <a:latin typeface="Calibri"/>
                <a:ea typeface="Calibri"/>
                <a:cs typeface="Calibri"/>
                <a:sym typeface="Calibri"/>
              </a:defRPr>
            </a:lvl3pPr>
            <a:lvl4pPr marL="16916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4pPr>
            <a:lvl5pPr marL="21488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5pPr>
          </a:lstStyle>
          <a:p>
            <a:r>
              <a:t>Body Level One</a:t>
            </a:r>
          </a:p>
          <a:p>
            <a:pPr lvl="1"/>
            <a:r>
              <a:t>Body Level Two</a:t>
            </a:r>
          </a:p>
          <a:p>
            <a:pPr lvl="2"/>
            <a:r>
              <a:t>Body Level Three</a:t>
            </a:r>
          </a:p>
          <a:p>
            <a:pPr lvl="3"/>
            <a:r>
              <a:t>Body Level Four</a:t>
            </a:r>
          </a:p>
          <a:p>
            <a:pPr lvl="4"/>
            <a:r>
              <a:t>Body Level Five</a:t>
            </a:r>
          </a:p>
        </p:txBody>
      </p:sp>
      <p:sp>
        <p:nvSpPr>
          <p:cNvPr id="155" name="Slide Number"/>
          <p:cNvSpPr txBox="1">
            <a:spLocks noGrp="1"/>
          </p:cNvSpPr>
          <p:nvPr>
            <p:ph type="sldNum" sz="quarter" idx="2"/>
          </p:nvPr>
        </p:nvSpPr>
        <p:spPr>
          <a:xfrm>
            <a:off x="12027508" y="9220045"/>
            <a:ext cx="327052" cy="317528"/>
          </a:xfrm>
          <a:prstGeom prst="rect">
            <a:avLst/>
          </a:prstGeom>
          <a:ln>
            <a:round/>
          </a:ln>
        </p:spPr>
        <p:txBody>
          <a:bodyPr lIns="54186" tIns="54186" rIns="54186" bIns="54186" anchor="ctr"/>
          <a:lstStyle>
            <a:lvl1pPr algn="r" defTabSz="457200">
              <a:buClr>
                <a:srgbClr val="9A9A9A"/>
              </a:buClr>
              <a:defRPr sz="1600">
                <a:solidFill>
                  <a:srgbClr val="9A9A9A"/>
                </a:solidFill>
                <a:uFill>
                  <a:solidFill>
                    <a:srgbClr val="9A9A9A"/>
                  </a:solidFill>
                </a:uFill>
                <a:latin typeface="Calibri"/>
                <a:ea typeface="Calibri"/>
                <a:cs typeface="Calibri"/>
                <a:sym typeface="Calibri"/>
              </a:defRPr>
            </a:lvl1pPr>
          </a:lstStyle>
          <a:p>
            <a:fld id="{86CB4B4D-7CA3-9044-876B-883B54F8677D}" type="slidenum">
              <a:t>‹#›</a:t>
            </a:fld>
            <a:endParaRPr/>
          </a:p>
        </p:txBody>
      </p:sp>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Title Only">
    <p:bg>
      <p:bgPr>
        <a:blipFill rotWithShape="1">
          <a:blip r:embed="rId2"/>
          <a:srcRect/>
          <a:stretch>
            <a:fillRect/>
          </a:stretch>
        </a:blipFill>
        <a:effectLst/>
      </p:bgPr>
    </p:bg>
    <p:spTree>
      <p:nvGrpSpPr>
        <p:cNvPr id="1" name=""/>
        <p:cNvGrpSpPr/>
        <p:nvPr/>
      </p:nvGrpSpPr>
      <p:grpSpPr>
        <a:xfrm>
          <a:off x="0" y="0"/>
          <a:ext cx="0" cy="0"/>
          <a:chOff x="0" y="0"/>
          <a:chExt cx="0" cy="0"/>
        </a:xfrm>
      </p:grpSpPr>
      <p:sp>
        <p:nvSpPr>
          <p:cNvPr id="171" name="Title Text"/>
          <p:cNvSpPr txBox="1">
            <a:spLocks noGrp="1"/>
          </p:cNvSpPr>
          <p:nvPr>
            <p:ph type="title"/>
          </p:nvPr>
        </p:nvSpPr>
        <p:spPr>
          <a:xfrm>
            <a:off x="1625601" y="130952"/>
            <a:ext cx="10728961" cy="2144888"/>
          </a:xfrm>
          <a:prstGeom prst="rect">
            <a:avLst/>
          </a:prstGeom>
        </p:spPr>
        <p:txBody>
          <a:bodyPr lIns="65023" tIns="65023" rIns="65023" bIns="65023">
            <a:noAutofit/>
          </a:bodyPr>
          <a:lstStyle>
            <a:lvl1pPr defTabSz="914400">
              <a:defRPr sz="6200">
                <a:solidFill>
                  <a:srgbClr val="355D7E"/>
                </a:solidFill>
                <a:latin typeface="Century Gothic"/>
                <a:ea typeface="Century Gothic"/>
                <a:cs typeface="Century Gothic"/>
                <a:sym typeface="Century Gothic"/>
              </a:defRPr>
            </a:lvl1pPr>
          </a:lstStyle>
          <a:p>
            <a:r>
              <a:t>Title Text</a:t>
            </a:r>
          </a:p>
        </p:txBody>
      </p:sp>
      <p:sp>
        <p:nvSpPr>
          <p:cNvPr id="172" name="Slide Number"/>
          <p:cNvSpPr txBox="1">
            <a:spLocks noGrp="1"/>
          </p:cNvSpPr>
          <p:nvPr>
            <p:ph type="sldNum" sz="quarter" idx="2"/>
          </p:nvPr>
        </p:nvSpPr>
        <p:spPr>
          <a:xfrm>
            <a:off x="9320107" y="8779792"/>
            <a:ext cx="3034454" cy="520701"/>
          </a:xfrm>
          <a:prstGeom prst="rect">
            <a:avLst/>
          </a:prstGeom>
        </p:spPr>
        <p:txBody>
          <a:bodyPr wrap="square" lIns="65023" tIns="65023" rIns="65023" bIns="65023" anchor="ctr"/>
          <a:lstStyle>
            <a:lvl1pPr algn="r" defTabSz="914400">
              <a:defRPr sz="1600">
                <a:latin typeface="Arial"/>
                <a:ea typeface="Arial"/>
                <a:cs typeface="Arial"/>
                <a:sym typeface="Arial"/>
              </a:defRPr>
            </a:lvl1pPr>
          </a:lstStyle>
          <a:p>
            <a:fld id="{86CB4B4D-7CA3-9044-876B-883B54F8677D}" type="slidenum">
              <a:t>‹#›</a:t>
            </a:fld>
            <a:endParaRPr/>
          </a:p>
        </p:txBody>
      </p:sp>
    </p:spTree>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Title and Content">
    <p:bg>
      <p:bgPr>
        <a:blipFill rotWithShape="1">
          <a:blip r:embed="rId2"/>
          <a:srcRect/>
          <a:stretch>
            <a:fillRect/>
          </a:stretch>
        </a:blipFill>
        <a:effectLst/>
      </p:bgPr>
    </p:bg>
    <p:spTree>
      <p:nvGrpSpPr>
        <p:cNvPr id="1" name=""/>
        <p:cNvGrpSpPr/>
        <p:nvPr/>
      </p:nvGrpSpPr>
      <p:grpSpPr>
        <a:xfrm>
          <a:off x="0" y="0"/>
          <a:ext cx="0" cy="0"/>
          <a:chOff x="0" y="0"/>
          <a:chExt cx="0" cy="0"/>
        </a:xfrm>
      </p:grpSpPr>
      <p:sp>
        <p:nvSpPr>
          <p:cNvPr id="179" name="Title Text"/>
          <p:cNvSpPr txBox="1">
            <a:spLocks noGrp="1"/>
          </p:cNvSpPr>
          <p:nvPr>
            <p:ph type="title"/>
          </p:nvPr>
        </p:nvSpPr>
        <p:spPr>
          <a:xfrm>
            <a:off x="1625601" y="130952"/>
            <a:ext cx="10728961" cy="2144888"/>
          </a:xfrm>
          <a:prstGeom prst="rect">
            <a:avLst/>
          </a:prstGeom>
        </p:spPr>
        <p:txBody>
          <a:bodyPr lIns="65023" tIns="65023" rIns="65023" bIns="65023">
            <a:noAutofit/>
          </a:bodyPr>
          <a:lstStyle>
            <a:lvl1pPr defTabSz="914400">
              <a:defRPr sz="6200">
                <a:solidFill>
                  <a:srgbClr val="355D7E"/>
                </a:solidFill>
                <a:latin typeface="Century Gothic"/>
                <a:ea typeface="Century Gothic"/>
                <a:cs typeface="Century Gothic"/>
                <a:sym typeface="Century Gothic"/>
              </a:defRPr>
            </a:lvl1pPr>
          </a:lstStyle>
          <a:p>
            <a:r>
              <a:t>Title Text</a:t>
            </a:r>
          </a:p>
        </p:txBody>
      </p:sp>
      <p:sp>
        <p:nvSpPr>
          <p:cNvPr id="180" name="Body Level One…"/>
          <p:cNvSpPr txBox="1">
            <a:spLocks noGrp="1"/>
          </p:cNvSpPr>
          <p:nvPr>
            <p:ph type="body" idx="1"/>
          </p:nvPr>
        </p:nvSpPr>
        <p:spPr>
          <a:xfrm>
            <a:off x="1643663" y="2275839"/>
            <a:ext cx="10710899" cy="7477761"/>
          </a:xfrm>
          <a:prstGeom prst="rect">
            <a:avLst/>
          </a:prstGeom>
        </p:spPr>
        <p:txBody>
          <a:bodyPr lIns="65023" tIns="65023" rIns="65023" bIns="65023" anchor="t">
            <a:noAutofit/>
          </a:bodyPr>
          <a:lstStyle>
            <a:lvl1pPr marL="471487" indent="-471487" defTabSz="914400">
              <a:spcBef>
                <a:spcPts val="700"/>
              </a:spcBef>
              <a:buSzPct val="100000"/>
              <a:buChar char="•"/>
              <a:defRPr sz="4400">
                <a:solidFill>
                  <a:srgbClr val="B95B22"/>
                </a:solidFill>
                <a:latin typeface="Century Gothic"/>
                <a:ea typeface="Century Gothic"/>
                <a:cs typeface="Century Gothic"/>
                <a:sym typeface="Century Gothic"/>
              </a:defRPr>
            </a:lvl1pPr>
            <a:lvl2pPr marL="906235" indent="-449035" defTabSz="914400">
              <a:spcBef>
                <a:spcPts val="700"/>
              </a:spcBef>
              <a:buSzPct val="100000"/>
              <a:buChar char="–"/>
              <a:defRPr sz="4400">
                <a:solidFill>
                  <a:srgbClr val="B95B22"/>
                </a:solidFill>
                <a:latin typeface="Century Gothic"/>
                <a:ea typeface="Century Gothic"/>
                <a:cs typeface="Century Gothic"/>
                <a:sym typeface="Century Gothic"/>
              </a:defRPr>
            </a:lvl2pPr>
            <a:lvl3pPr indent="-419100" defTabSz="914400">
              <a:spcBef>
                <a:spcPts val="700"/>
              </a:spcBef>
              <a:buSzPct val="100000"/>
              <a:defRPr sz="4400">
                <a:solidFill>
                  <a:srgbClr val="B95B22"/>
                </a:solidFill>
                <a:latin typeface="Century Gothic"/>
                <a:ea typeface="Century Gothic"/>
                <a:cs typeface="Century Gothic"/>
                <a:sym typeface="Century Gothic"/>
              </a:defRPr>
            </a:lvl3pPr>
            <a:lvl4pPr marL="1874520" indent="-502920" defTabSz="914400">
              <a:spcBef>
                <a:spcPts val="700"/>
              </a:spcBef>
              <a:buSzPct val="100000"/>
              <a:buChar char="–"/>
              <a:defRPr sz="4400">
                <a:solidFill>
                  <a:srgbClr val="B95B22"/>
                </a:solidFill>
                <a:latin typeface="Century Gothic"/>
                <a:ea typeface="Century Gothic"/>
                <a:cs typeface="Century Gothic"/>
                <a:sym typeface="Century Gothic"/>
              </a:defRPr>
            </a:lvl4pPr>
            <a:lvl5pPr marL="2331720" indent="-502920" defTabSz="914400">
              <a:spcBef>
                <a:spcPts val="700"/>
              </a:spcBef>
              <a:buSzPct val="100000"/>
              <a:buChar char="»"/>
              <a:defRPr sz="4400">
                <a:solidFill>
                  <a:srgbClr val="B95B22"/>
                </a:solidFill>
                <a:latin typeface="Century Gothic"/>
                <a:ea typeface="Century Gothic"/>
                <a:cs typeface="Century Gothic"/>
                <a:sym typeface="Century Gothic"/>
              </a:defRPr>
            </a:lvl5pPr>
          </a:lstStyle>
          <a:p>
            <a:r>
              <a:t>Body Level One</a:t>
            </a:r>
          </a:p>
          <a:p>
            <a:pPr lvl="1"/>
            <a:r>
              <a:t>Body Level Two</a:t>
            </a:r>
          </a:p>
          <a:p>
            <a:pPr lvl="2"/>
            <a:r>
              <a:t>Body Level Three</a:t>
            </a:r>
          </a:p>
          <a:p>
            <a:pPr lvl="3"/>
            <a:r>
              <a:t>Body Level Four</a:t>
            </a:r>
          </a:p>
          <a:p>
            <a:pPr lvl="4"/>
            <a:r>
              <a:t>Body Level Five</a:t>
            </a:r>
          </a:p>
        </p:txBody>
      </p:sp>
      <p:sp>
        <p:nvSpPr>
          <p:cNvPr id="181" name="Slide Number"/>
          <p:cNvSpPr txBox="1">
            <a:spLocks noGrp="1"/>
          </p:cNvSpPr>
          <p:nvPr>
            <p:ph type="sldNum" sz="quarter" idx="2"/>
          </p:nvPr>
        </p:nvSpPr>
        <p:spPr>
          <a:xfrm>
            <a:off x="9320107" y="8779792"/>
            <a:ext cx="3034454" cy="520701"/>
          </a:xfrm>
          <a:prstGeom prst="rect">
            <a:avLst/>
          </a:prstGeom>
        </p:spPr>
        <p:txBody>
          <a:bodyPr wrap="square" lIns="65023" tIns="65023" rIns="65023" bIns="65023" anchor="ctr"/>
          <a:lstStyle>
            <a:lvl1pPr algn="r" defTabSz="914400">
              <a:defRPr sz="1600">
                <a:latin typeface="Arial"/>
                <a:ea typeface="Arial"/>
                <a:cs typeface="Arial"/>
                <a:sym typeface="Arial"/>
              </a:defRPr>
            </a:lvl1pPr>
          </a:lstStyle>
          <a:p>
            <a:fld id="{86CB4B4D-7CA3-9044-876B-883B54F8677D}" type="slidenum">
              <a:t>‹#›</a:t>
            </a:fld>
            <a:endParaRPr/>
          </a:p>
        </p:txBody>
      </p:sp>
    </p:spTree>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type="tx">
  <p:cSld name="Title Only">
    <p:bg>
      <p:bgPr>
        <a:blipFill rotWithShape="1">
          <a:blip r:embed="rId2"/>
          <a:srcRect/>
          <a:stretch>
            <a:fillRect/>
          </a:stretch>
        </a:blipFill>
        <a:effectLst/>
      </p:bgPr>
    </p:bg>
    <p:spTree>
      <p:nvGrpSpPr>
        <p:cNvPr id="1" name=""/>
        <p:cNvGrpSpPr/>
        <p:nvPr/>
      </p:nvGrpSpPr>
      <p:grpSpPr>
        <a:xfrm>
          <a:off x="0" y="0"/>
          <a:ext cx="0" cy="0"/>
          <a:chOff x="0" y="0"/>
          <a:chExt cx="0" cy="0"/>
        </a:xfrm>
      </p:grpSpPr>
      <p:sp>
        <p:nvSpPr>
          <p:cNvPr id="188" name="Title Text"/>
          <p:cNvSpPr txBox="1">
            <a:spLocks noGrp="1"/>
          </p:cNvSpPr>
          <p:nvPr>
            <p:ph type="title"/>
          </p:nvPr>
        </p:nvSpPr>
        <p:spPr>
          <a:xfrm>
            <a:off x="1625601" y="130952"/>
            <a:ext cx="10728961" cy="2144888"/>
          </a:xfrm>
          <a:prstGeom prst="rect">
            <a:avLst/>
          </a:prstGeom>
        </p:spPr>
        <p:txBody>
          <a:bodyPr lIns="65023" tIns="65023" rIns="65023" bIns="65023">
            <a:noAutofit/>
          </a:bodyPr>
          <a:lstStyle>
            <a:lvl1pPr defTabSz="914400">
              <a:defRPr sz="6200">
                <a:solidFill>
                  <a:srgbClr val="355D7E"/>
                </a:solidFill>
                <a:latin typeface="Century Gothic"/>
                <a:ea typeface="Century Gothic"/>
                <a:cs typeface="Century Gothic"/>
                <a:sym typeface="Century Gothic"/>
              </a:defRPr>
            </a:lvl1pPr>
          </a:lstStyle>
          <a:p>
            <a:r>
              <a:t>Title Text</a:t>
            </a:r>
          </a:p>
        </p:txBody>
      </p:sp>
      <p:sp>
        <p:nvSpPr>
          <p:cNvPr id="189" name="Slide Number"/>
          <p:cNvSpPr txBox="1">
            <a:spLocks noGrp="1"/>
          </p:cNvSpPr>
          <p:nvPr>
            <p:ph type="sldNum" sz="quarter" idx="2"/>
          </p:nvPr>
        </p:nvSpPr>
        <p:spPr>
          <a:xfrm>
            <a:off x="9320107" y="8779792"/>
            <a:ext cx="3034454" cy="520701"/>
          </a:xfrm>
          <a:prstGeom prst="rect">
            <a:avLst/>
          </a:prstGeom>
        </p:spPr>
        <p:txBody>
          <a:bodyPr wrap="square" lIns="65023" tIns="65023" rIns="65023" bIns="65023" anchor="ctr"/>
          <a:lstStyle>
            <a:lvl1pPr algn="r" defTabSz="914400">
              <a:defRPr sz="1600">
                <a:latin typeface="Arial"/>
                <a:ea typeface="Arial"/>
                <a:cs typeface="Arial"/>
                <a:sym typeface="Arial"/>
              </a:defRPr>
            </a:lvl1pPr>
          </a:lstStyle>
          <a:p>
            <a:fld id="{86CB4B4D-7CA3-9044-876B-883B54F8677D}" type="slidenum">
              <a:t>‹#›</a:t>
            </a:fld>
            <a:endParaRPr/>
          </a:p>
        </p:txBody>
      </p:sp>
    </p:spTree>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type="tx">
  <p:cSld name="Default - Title and Content">
    <p:spTree>
      <p:nvGrpSpPr>
        <p:cNvPr id="1" name=""/>
        <p:cNvGrpSpPr/>
        <p:nvPr/>
      </p:nvGrpSpPr>
      <p:grpSpPr>
        <a:xfrm>
          <a:off x="0" y="0"/>
          <a:ext cx="0" cy="0"/>
          <a:chOff x="0" y="0"/>
          <a:chExt cx="0" cy="0"/>
        </a:xfrm>
      </p:grpSpPr>
      <p:sp>
        <p:nvSpPr>
          <p:cNvPr id="196" name="Title Text"/>
          <p:cNvSpPr txBox="1">
            <a:spLocks noGrp="1"/>
          </p:cNvSpPr>
          <p:nvPr>
            <p:ph type="title"/>
          </p:nvPr>
        </p:nvSpPr>
        <p:spPr>
          <a:xfrm>
            <a:off x="650239" y="390596"/>
            <a:ext cx="11704322" cy="1625601"/>
          </a:xfrm>
          <a:prstGeom prst="rect">
            <a:avLst/>
          </a:prstGeom>
          <a:ln>
            <a:round/>
          </a:ln>
        </p:spPr>
        <p:txBody>
          <a:bodyPr lIns="54186" tIns="54186" rIns="54186" bIns="54186">
            <a:noAutofit/>
          </a:bodyPr>
          <a:lstStyle>
            <a:lvl1pPr defTabSz="457200">
              <a:defRPr sz="6200">
                <a:uFill>
                  <a:solidFill>
                    <a:srgbClr val="000000"/>
                  </a:solidFill>
                </a:uFill>
                <a:latin typeface="Calibri"/>
                <a:ea typeface="Calibri"/>
                <a:cs typeface="Calibri"/>
                <a:sym typeface="Calibri"/>
              </a:defRPr>
            </a:lvl1pPr>
          </a:lstStyle>
          <a:p>
            <a:r>
              <a:t>Title Text</a:t>
            </a:r>
          </a:p>
        </p:txBody>
      </p:sp>
      <p:sp>
        <p:nvSpPr>
          <p:cNvPr id="197" name="Body Level One…"/>
          <p:cNvSpPr txBox="1">
            <a:spLocks noGrp="1"/>
          </p:cNvSpPr>
          <p:nvPr>
            <p:ph type="body" idx="1"/>
          </p:nvPr>
        </p:nvSpPr>
        <p:spPr>
          <a:xfrm>
            <a:off x="650239" y="2275839"/>
            <a:ext cx="11704322" cy="6436926"/>
          </a:xfrm>
          <a:prstGeom prst="rect">
            <a:avLst/>
          </a:prstGeom>
          <a:ln>
            <a:round/>
          </a:ln>
        </p:spPr>
        <p:txBody>
          <a:bodyPr lIns="54186" tIns="54186" rIns="54186" bIns="54186" anchor="t">
            <a:noAutofit/>
          </a:bodyPr>
          <a:lstStyle>
            <a:lvl1pPr marL="471487" indent="-471487" defTabSz="457200">
              <a:spcBef>
                <a:spcPts val="700"/>
              </a:spcBef>
              <a:buClr>
                <a:srgbClr val="000000"/>
              </a:buClr>
              <a:buSzPct val="100000"/>
              <a:buFont typeface="Arial"/>
              <a:buChar char="•"/>
              <a:defRPr sz="4400">
                <a:uFill>
                  <a:solidFill>
                    <a:srgbClr val="000000"/>
                  </a:solidFill>
                </a:uFill>
                <a:latin typeface="Calibri"/>
                <a:ea typeface="Calibri"/>
                <a:cs typeface="Calibri"/>
                <a:sym typeface="Calibri"/>
              </a:defRPr>
            </a:lvl1pPr>
            <a:lvl2pPr marL="845003" indent="-387803" defTabSz="457200">
              <a:spcBef>
                <a:spcPts val="600"/>
              </a:spcBef>
              <a:buClr>
                <a:srgbClr val="000000"/>
              </a:buClr>
              <a:buSzPct val="100000"/>
              <a:buFont typeface="Arial"/>
              <a:buChar char="–"/>
              <a:defRPr sz="3800">
                <a:uFill>
                  <a:solidFill>
                    <a:srgbClr val="000000"/>
                  </a:solidFill>
                </a:uFill>
                <a:latin typeface="Calibri"/>
                <a:ea typeface="Calibri"/>
                <a:cs typeface="Calibri"/>
                <a:sym typeface="Calibri"/>
              </a:defRPr>
            </a:lvl2pPr>
            <a:lvl3pPr marL="1238250" indent="-323850" defTabSz="457200">
              <a:spcBef>
                <a:spcPts val="500"/>
              </a:spcBef>
              <a:buClr>
                <a:srgbClr val="000000"/>
              </a:buClr>
              <a:buSzPct val="100000"/>
              <a:buFont typeface="Arial"/>
              <a:defRPr sz="3400">
                <a:uFill>
                  <a:solidFill>
                    <a:srgbClr val="000000"/>
                  </a:solidFill>
                </a:uFill>
                <a:latin typeface="Calibri"/>
                <a:ea typeface="Calibri"/>
                <a:cs typeface="Calibri"/>
                <a:sym typeface="Calibri"/>
              </a:defRPr>
            </a:lvl3pPr>
            <a:lvl4pPr marL="16916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4pPr>
            <a:lvl5pPr marL="21488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5pPr>
          </a:lstStyle>
          <a:p>
            <a:r>
              <a:t>Body Level One</a:t>
            </a:r>
          </a:p>
          <a:p>
            <a:pPr lvl="1"/>
            <a:r>
              <a:t>Body Level Two</a:t>
            </a:r>
          </a:p>
          <a:p>
            <a:pPr lvl="2"/>
            <a:r>
              <a:t>Body Level Three</a:t>
            </a:r>
          </a:p>
          <a:p>
            <a:pPr lvl="3"/>
            <a:r>
              <a:t>Body Level Four</a:t>
            </a:r>
          </a:p>
          <a:p>
            <a:pPr lvl="4"/>
            <a:r>
              <a:t>Body Level Five</a:t>
            </a:r>
          </a:p>
        </p:txBody>
      </p:sp>
      <p:sp>
        <p:nvSpPr>
          <p:cNvPr id="198" name="Slide Number"/>
          <p:cNvSpPr txBox="1">
            <a:spLocks noGrp="1"/>
          </p:cNvSpPr>
          <p:nvPr>
            <p:ph type="sldNum" sz="quarter" idx="2"/>
          </p:nvPr>
        </p:nvSpPr>
        <p:spPr>
          <a:xfrm>
            <a:off x="12027508" y="9220045"/>
            <a:ext cx="327052" cy="317528"/>
          </a:xfrm>
          <a:prstGeom prst="rect">
            <a:avLst/>
          </a:prstGeom>
          <a:ln>
            <a:round/>
          </a:ln>
        </p:spPr>
        <p:txBody>
          <a:bodyPr lIns="54186" tIns="54186" rIns="54186" bIns="54186" anchor="ctr"/>
          <a:lstStyle>
            <a:lvl1pPr algn="r" defTabSz="457200">
              <a:buClr>
                <a:srgbClr val="9A9A9A"/>
              </a:buClr>
              <a:defRPr sz="1600">
                <a:solidFill>
                  <a:srgbClr val="9A9A9A"/>
                </a:solidFill>
                <a:uFill>
                  <a:solidFill>
                    <a:srgbClr val="9A9A9A"/>
                  </a:solidFill>
                </a:uFill>
                <a:latin typeface="Calibri"/>
                <a:ea typeface="Calibri"/>
                <a:cs typeface="Calibri"/>
                <a:sym typeface="Calibri"/>
              </a:defRPr>
            </a:lvl1pPr>
          </a:lstStyle>
          <a:p>
            <a:fld id="{86CB4B4D-7CA3-9044-876B-883B54F8677D}" type="slidenum">
              <a:t>‹#›</a:t>
            </a:fld>
            <a:endParaRPr/>
          </a:p>
        </p:txBody>
      </p:sp>
    </p:spTree>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type="tx">
  <p:cSld name="Default - Title and Content">
    <p:spTree>
      <p:nvGrpSpPr>
        <p:cNvPr id="1" name=""/>
        <p:cNvGrpSpPr/>
        <p:nvPr/>
      </p:nvGrpSpPr>
      <p:grpSpPr>
        <a:xfrm>
          <a:off x="0" y="0"/>
          <a:ext cx="0" cy="0"/>
          <a:chOff x="0" y="0"/>
          <a:chExt cx="0" cy="0"/>
        </a:xfrm>
      </p:grpSpPr>
      <p:sp>
        <p:nvSpPr>
          <p:cNvPr id="205" name="Title Text"/>
          <p:cNvSpPr txBox="1">
            <a:spLocks noGrp="1"/>
          </p:cNvSpPr>
          <p:nvPr>
            <p:ph type="title"/>
          </p:nvPr>
        </p:nvSpPr>
        <p:spPr>
          <a:xfrm>
            <a:off x="650239" y="390596"/>
            <a:ext cx="11704322" cy="1625601"/>
          </a:xfrm>
          <a:prstGeom prst="rect">
            <a:avLst/>
          </a:prstGeom>
          <a:ln>
            <a:round/>
          </a:ln>
        </p:spPr>
        <p:txBody>
          <a:bodyPr lIns="54186" tIns="54186" rIns="54186" bIns="54186">
            <a:noAutofit/>
          </a:bodyPr>
          <a:lstStyle>
            <a:lvl1pPr defTabSz="457200">
              <a:defRPr sz="6200">
                <a:uFill>
                  <a:solidFill>
                    <a:srgbClr val="000000"/>
                  </a:solidFill>
                </a:uFill>
                <a:latin typeface="Calibri"/>
                <a:ea typeface="Calibri"/>
                <a:cs typeface="Calibri"/>
                <a:sym typeface="Calibri"/>
              </a:defRPr>
            </a:lvl1pPr>
          </a:lstStyle>
          <a:p>
            <a:r>
              <a:t>Title Text</a:t>
            </a:r>
          </a:p>
        </p:txBody>
      </p:sp>
      <p:sp>
        <p:nvSpPr>
          <p:cNvPr id="206" name="Body Level One…"/>
          <p:cNvSpPr txBox="1">
            <a:spLocks noGrp="1"/>
          </p:cNvSpPr>
          <p:nvPr>
            <p:ph type="body" idx="1"/>
          </p:nvPr>
        </p:nvSpPr>
        <p:spPr>
          <a:xfrm>
            <a:off x="650239" y="2275839"/>
            <a:ext cx="11704322" cy="6436926"/>
          </a:xfrm>
          <a:prstGeom prst="rect">
            <a:avLst/>
          </a:prstGeom>
          <a:ln>
            <a:round/>
          </a:ln>
        </p:spPr>
        <p:txBody>
          <a:bodyPr lIns="54186" tIns="54186" rIns="54186" bIns="54186" anchor="t">
            <a:noAutofit/>
          </a:bodyPr>
          <a:lstStyle>
            <a:lvl1pPr marL="471487" indent="-471487" defTabSz="457200">
              <a:spcBef>
                <a:spcPts val="700"/>
              </a:spcBef>
              <a:buClr>
                <a:srgbClr val="000000"/>
              </a:buClr>
              <a:buSzPct val="100000"/>
              <a:buFont typeface="Arial"/>
              <a:buChar char="•"/>
              <a:defRPr sz="4400">
                <a:uFill>
                  <a:solidFill>
                    <a:srgbClr val="000000"/>
                  </a:solidFill>
                </a:uFill>
                <a:latin typeface="Calibri"/>
                <a:ea typeface="Calibri"/>
                <a:cs typeface="Calibri"/>
                <a:sym typeface="Calibri"/>
              </a:defRPr>
            </a:lvl1pPr>
            <a:lvl2pPr marL="845003" indent="-387803" defTabSz="457200">
              <a:spcBef>
                <a:spcPts val="600"/>
              </a:spcBef>
              <a:buClr>
                <a:srgbClr val="000000"/>
              </a:buClr>
              <a:buSzPct val="100000"/>
              <a:buFont typeface="Arial"/>
              <a:buChar char="–"/>
              <a:defRPr sz="3800">
                <a:uFill>
                  <a:solidFill>
                    <a:srgbClr val="000000"/>
                  </a:solidFill>
                </a:uFill>
                <a:latin typeface="Calibri"/>
                <a:ea typeface="Calibri"/>
                <a:cs typeface="Calibri"/>
                <a:sym typeface="Calibri"/>
              </a:defRPr>
            </a:lvl2pPr>
            <a:lvl3pPr marL="1238250" indent="-323850" defTabSz="457200">
              <a:spcBef>
                <a:spcPts val="500"/>
              </a:spcBef>
              <a:buClr>
                <a:srgbClr val="000000"/>
              </a:buClr>
              <a:buSzPct val="100000"/>
              <a:buFont typeface="Arial"/>
              <a:defRPr sz="3400">
                <a:uFill>
                  <a:solidFill>
                    <a:srgbClr val="000000"/>
                  </a:solidFill>
                </a:uFill>
                <a:latin typeface="Calibri"/>
                <a:ea typeface="Calibri"/>
                <a:cs typeface="Calibri"/>
                <a:sym typeface="Calibri"/>
              </a:defRPr>
            </a:lvl3pPr>
            <a:lvl4pPr marL="16916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4pPr>
            <a:lvl5pPr marL="21488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5pPr>
          </a:lstStyle>
          <a:p>
            <a:r>
              <a:t>Body Level One</a:t>
            </a:r>
          </a:p>
          <a:p>
            <a:pPr lvl="1"/>
            <a:r>
              <a:t>Body Level Two</a:t>
            </a:r>
          </a:p>
          <a:p>
            <a:pPr lvl="2"/>
            <a:r>
              <a:t>Body Level Three</a:t>
            </a:r>
          </a:p>
          <a:p>
            <a:pPr lvl="3"/>
            <a:r>
              <a:t>Body Level Four</a:t>
            </a:r>
          </a:p>
          <a:p>
            <a:pPr lvl="4"/>
            <a:r>
              <a:t>Body Level Five</a:t>
            </a:r>
          </a:p>
        </p:txBody>
      </p:sp>
      <p:sp>
        <p:nvSpPr>
          <p:cNvPr id="207" name="Slide Number"/>
          <p:cNvSpPr txBox="1">
            <a:spLocks noGrp="1"/>
          </p:cNvSpPr>
          <p:nvPr>
            <p:ph type="sldNum" sz="quarter" idx="2"/>
          </p:nvPr>
        </p:nvSpPr>
        <p:spPr>
          <a:xfrm>
            <a:off x="12027508" y="9220045"/>
            <a:ext cx="327052" cy="317528"/>
          </a:xfrm>
          <a:prstGeom prst="rect">
            <a:avLst/>
          </a:prstGeom>
          <a:ln>
            <a:round/>
          </a:ln>
        </p:spPr>
        <p:txBody>
          <a:bodyPr lIns="54186" tIns="54186" rIns="54186" bIns="54186" anchor="ctr"/>
          <a:lstStyle>
            <a:lvl1pPr algn="r" defTabSz="457200">
              <a:buClr>
                <a:srgbClr val="9A9A9A"/>
              </a:buClr>
              <a:defRPr sz="1600">
                <a:solidFill>
                  <a:srgbClr val="9A9A9A"/>
                </a:solidFill>
                <a:uFill>
                  <a:solidFill>
                    <a:srgbClr val="9A9A9A"/>
                  </a:solidFill>
                </a:uFill>
                <a:latin typeface="Calibri"/>
                <a:ea typeface="Calibri"/>
                <a:cs typeface="Calibri"/>
                <a:sym typeface="Calibri"/>
              </a:defRPr>
            </a:lvl1pPr>
          </a:lstStyle>
          <a:p>
            <a:fld id="{86CB4B4D-7CA3-9044-876B-883B54F8677D}" type="slidenum">
              <a:t>‹#›</a:t>
            </a:fld>
            <a:endParaRPr/>
          </a:p>
        </p:txBody>
      </p:sp>
    </p:spTree>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type="tx">
  <p:cSld name="Default - Title and Content">
    <p:spTree>
      <p:nvGrpSpPr>
        <p:cNvPr id="1" name=""/>
        <p:cNvGrpSpPr/>
        <p:nvPr/>
      </p:nvGrpSpPr>
      <p:grpSpPr>
        <a:xfrm>
          <a:off x="0" y="0"/>
          <a:ext cx="0" cy="0"/>
          <a:chOff x="0" y="0"/>
          <a:chExt cx="0" cy="0"/>
        </a:xfrm>
      </p:grpSpPr>
      <p:sp>
        <p:nvSpPr>
          <p:cNvPr id="214" name="Title Text"/>
          <p:cNvSpPr txBox="1">
            <a:spLocks noGrp="1"/>
          </p:cNvSpPr>
          <p:nvPr>
            <p:ph type="title"/>
          </p:nvPr>
        </p:nvSpPr>
        <p:spPr>
          <a:xfrm>
            <a:off x="650239" y="390596"/>
            <a:ext cx="11704322" cy="1625601"/>
          </a:xfrm>
          <a:prstGeom prst="rect">
            <a:avLst/>
          </a:prstGeom>
          <a:ln>
            <a:round/>
          </a:ln>
        </p:spPr>
        <p:txBody>
          <a:bodyPr lIns="54186" tIns="54186" rIns="54186" bIns="54186">
            <a:noAutofit/>
          </a:bodyPr>
          <a:lstStyle>
            <a:lvl1pPr defTabSz="457200">
              <a:defRPr sz="6200">
                <a:uFill>
                  <a:solidFill>
                    <a:srgbClr val="000000"/>
                  </a:solidFill>
                </a:uFill>
                <a:latin typeface="Calibri"/>
                <a:ea typeface="Calibri"/>
                <a:cs typeface="Calibri"/>
                <a:sym typeface="Calibri"/>
              </a:defRPr>
            </a:lvl1pPr>
          </a:lstStyle>
          <a:p>
            <a:r>
              <a:t>Title Text</a:t>
            </a:r>
          </a:p>
        </p:txBody>
      </p:sp>
      <p:sp>
        <p:nvSpPr>
          <p:cNvPr id="215" name="Body Level One…"/>
          <p:cNvSpPr txBox="1">
            <a:spLocks noGrp="1"/>
          </p:cNvSpPr>
          <p:nvPr>
            <p:ph type="body" idx="1"/>
          </p:nvPr>
        </p:nvSpPr>
        <p:spPr>
          <a:xfrm>
            <a:off x="650239" y="2275839"/>
            <a:ext cx="11704322" cy="6436926"/>
          </a:xfrm>
          <a:prstGeom prst="rect">
            <a:avLst/>
          </a:prstGeom>
          <a:ln>
            <a:round/>
          </a:ln>
        </p:spPr>
        <p:txBody>
          <a:bodyPr lIns="54186" tIns="54186" rIns="54186" bIns="54186" anchor="t">
            <a:noAutofit/>
          </a:bodyPr>
          <a:lstStyle>
            <a:lvl1pPr marL="471487" indent="-471487" defTabSz="457200">
              <a:spcBef>
                <a:spcPts val="700"/>
              </a:spcBef>
              <a:buClr>
                <a:srgbClr val="000000"/>
              </a:buClr>
              <a:buSzPct val="100000"/>
              <a:buFont typeface="Arial"/>
              <a:buChar char="•"/>
              <a:defRPr sz="4400">
                <a:uFill>
                  <a:solidFill>
                    <a:srgbClr val="000000"/>
                  </a:solidFill>
                </a:uFill>
                <a:latin typeface="Calibri"/>
                <a:ea typeface="Calibri"/>
                <a:cs typeface="Calibri"/>
                <a:sym typeface="Calibri"/>
              </a:defRPr>
            </a:lvl1pPr>
            <a:lvl2pPr marL="845003" indent="-387803" defTabSz="457200">
              <a:spcBef>
                <a:spcPts val="600"/>
              </a:spcBef>
              <a:buClr>
                <a:srgbClr val="000000"/>
              </a:buClr>
              <a:buSzPct val="100000"/>
              <a:buFont typeface="Arial"/>
              <a:buChar char="–"/>
              <a:defRPr sz="3800">
                <a:uFill>
                  <a:solidFill>
                    <a:srgbClr val="000000"/>
                  </a:solidFill>
                </a:uFill>
                <a:latin typeface="Calibri"/>
                <a:ea typeface="Calibri"/>
                <a:cs typeface="Calibri"/>
                <a:sym typeface="Calibri"/>
              </a:defRPr>
            </a:lvl2pPr>
            <a:lvl3pPr marL="1238250" indent="-323850" defTabSz="457200">
              <a:spcBef>
                <a:spcPts val="500"/>
              </a:spcBef>
              <a:buClr>
                <a:srgbClr val="000000"/>
              </a:buClr>
              <a:buSzPct val="100000"/>
              <a:buFont typeface="Arial"/>
              <a:defRPr sz="3400">
                <a:uFill>
                  <a:solidFill>
                    <a:srgbClr val="000000"/>
                  </a:solidFill>
                </a:uFill>
                <a:latin typeface="Calibri"/>
                <a:ea typeface="Calibri"/>
                <a:cs typeface="Calibri"/>
                <a:sym typeface="Calibri"/>
              </a:defRPr>
            </a:lvl3pPr>
            <a:lvl4pPr marL="16916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4pPr>
            <a:lvl5pPr marL="2148839" indent="-320039" defTabSz="457200">
              <a:spcBef>
                <a:spcPts val="400"/>
              </a:spcBef>
              <a:buClr>
                <a:srgbClr val="000000"/>
              </a:buClr>
              <a:buSzPct val="100000"/>
              <a:buFont typeface="Arial"/>
              <a:buChar char="»"/>
              <a:defRPr sz="2800">
                <a:uFill>
                  <a:solidFill>
                    <a:srgbClr val="000000"/>
                  </a:solidFill>
                </a:uFill>
                <a:latin typeface="Calibri"/>
                <a:ea typeface="Calibri"/>
                <a:cs typeface="Calibri"/>
                <a:sym typeface="Calibri"/>
              </a:defRPr>
            </a:lvl5pPr>
          </a:lstStyle>
          <a:p>
            <a:r>
              <a:t>Body Level One</a:t>
            </a:r>
          </a:p>
          <a:p>
            <a:pPr lvl="1"/>
            <a:r>
              <a:t>Body Level Two</a:t>
            </a:r>
          </a:p>
          <a:p>
            <a:pPr lvl="2"/>
            <a:r>
              <a:t>Body Level Three</a:t>
            </a:r>
          </a:p>
          <a:p>
            <a:pPr lvl="3"/>
            <a:r>
              <a:t>Body Level Four</a:t>
            </a:r>
          </a:p>
          <a:p>
            <a:pPr lvl="4"/>
            <a:r>
              <a:t>Body Level Five</a:t>
            </a:r>
          </a:p>
        </p:txBody>
      </p:sp>
      <p:sp>
        <p:nvSpPr>
          <p:cNvPr id="216" name="Slide Number"/>
          <p:cNvSpPr txBox="1">
            <a:spLocks noGrp="1"/>
          </p:cNvSpPr>
          <p:nvPr>
            <p:ph type="sldNum" sz="quarter" idx="2"/>
          </p:nvPr>
        </p:nvSpPr>
        <p:spPr>
          <a:xfrm>
            <a:off x="12027508" y="9220045"/>
            <a:ext cx="327052" cy="317528"/>
          </a:xfrm>
          <a:prstGeom prst="rect">
            <a:avLst/>
          </a:prstGeom>
          <a:ln>
            <a:round/>
          </a:ln>
        </p:spPr>
        <p:txBody>
          <a:bodyPr lIns="54186" tIns="54186" rIns="54186" bIns="54186" anchor="ctr"/>
          <a:lstStyle>
            <a:lvl1pPr algn="r" defTabSz="457200">
              <a:buClr>
                <a:srgbClr val="9A9A9A"/>
              </a:buClr>
              <a:defRPr sz="1600">
                <a:solidFill>
                  <a:srgbClr val="9A9A9A"/>
                </a:solidFill>
                <a:uFill>
                  <a:solidFill>
                    <a:srgbClr val="9A9A9A"/>
                  </a:solidFill>
                </a:uFill>
                <a:latin typeface="Calibri"/>
                <a:ea typeface="Calibri"/>
                <a:cs typeface="Calibri"/>
                <a:sym typeface="Calibri"/>
              </a:defRPr>
            </a:lvl1pPr>
          </a:lstStyle>
          <a:p>
            <a:fld id="{86CB4B4D-7CA3-9044-876B-883B54F8677D}" type="slidenum">
              <a:t>‹#›</a:t>
            </a:fld>
            <a:endParaRPr/>
          </a:p>
        </p:txBody>
      </p:sp>
    </p:spTree>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43318" y="1411935"/>
            <a:ext cx="12118187" cy="3892338"/>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7395"/>
            </a:lvl1pPr>
            <a:lvl2pPr lvl="1" algn="ctr">
              <a:spcBef>
                <a:spcPts val="0"/>
              </a:spcBef>
              <a:spcAft>
                <a:spcPts val="0"/>
              </a:spcAft>
              <a:buSzPts val="5200"/>
              <a:buNone/>
              <a:defRPr sz="7395"/>
            </a:lvl2pPr>
            <a:lvl3pPr lvl="2" algn="ctr">
              <a:spcBef>
                <a:spcPts val="0"/>
              </a:spcBef>
              <a:spcAft>
                <a:spcPts val="0"/>
              </a:spcAft>
              <a:buSzPts val="5200"/>
              <a:buNone/>
              <a:defRPr sz="7395"/>
            </a:lvl3pPr>
            <a:lvl4pPr lvl="3" algn="ctr">
              <a:spcBef>
                <a:spcPts val="0"/>
              </a:spcBef>
              <a:spcAft>
                <a:spcPts val="0"/>
              </a:spcAft>
              <a:buSzPts val="5200"/>
              <a:buNone/>
              <a:defRPr sz="7395"/>
            </a:lvl4pPr>
            <a:lvl5pPr lvl="4" algn="ctr">
              <a:spcBef>
                <a:spcPts val="0"/>
              </a:spcBef>
              <a:spcAft>
                <a:spcPts val="0"/>
              </a:spcAft>
              <a:buSzPts val="5200"/>
              <a:buNone/>
              <a:defRPr sz="7395"/>
            </a:lvl5pPr>
            <a:lvl6pPr lvl="5" algn="ctr">
              <a:spcBef>
                <a:spcPts val="0"/>
              </a:spcBef>
              <a:spcAft>
                <a:spcPts val="0"/>
              </a:spcAft>
              <a:buSzPts val="5200"/>
              <a:buNone/>
              <a:defRPr sz="7395"/>
            </a:lvl6pPr>
            <a:lvl7pPr lvl="6" algn="ctr">
              <a:spcBef>
                <a:spcPts val="0"/>
              </a:spcBef>
              <a:spcAft>
                <a:spcPts val="0"/>
              </a:spcAft>
              <a:buSzPts val="5200"/>
              <a:buNone/>
              <a:defRPr sz="7395"/>
            </a:lvl7pPr>
            <a:lvl8pPr lvl="7" algn="ctr">
              <a:spcBef>
                <a:spcPts val="0"/>
              </a:spcBef>
              <a:spcAft>
                <a:spcPts val="0"/>
              </a:spcAft>
              <a:buSzPts val="5200"/>
              <a:buNone/>
              <a:defRPr sz="7395"/>
            </a:lvl8pPr>
            <a:lvl9pPr lvl="8" algn="ctr">
              <a:spcBef>
                <a:spcPts val="0"/>
              </a:spcBef>
              <a:spcAft>
                <a:spcPts val="0"/>
              </a:spcAft>
              <a:buSzPts val="5200"/>
              <a:buNone/>
              <a:defRPr sz="7395"/>
            </a:lvl9pPr>
          </a:lstStyle>
          <a:p>
            <a:endParaRPr/>
          </a:p>
        </p:txBody>
      </p:sp>
      <p:sp>
        <p:nvSpPr>
          <p:cNvPr id="11" name="Google Shape;11;p2"/>
          <p:cNvSpPr txBox="1">
            <a:spLocks noGrp="1"/>
          </p:cNvSpPr>
          <p:nvPr>
            <p:ph type="subTitle" idx="1"/>
          </p:nvPr>
        </p:nvSpPr>
        <p:spPr>
          <a:xfrm>
            <a:off x="443307" y="5374341"/>
            <a:ext cx="12118187" cy="1503004"/>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3982"/>
            </a:lvl1pPr>
            <a:lvl2pPr lvl="1" algn="ctr">
              <a:lnSpc>
                <a:spcPct val="100000"/>
              </a:lnSpc>
              <a:spcBef>
                <a:spcPts val="0"/>
              </a:spcBef>
              <a:spcAft>
                <a:spcPts val="0"/>
              </a:spcAft>
              <a:buSzPts val="2800"/>
              <a:buNone/>
              <a:defRPr sz="3982"/>
            </a:lvl2pPr>
            <a:lvl3pPr lvl="2" algn="ctr">
              <a:lnSpc>
                <a:spcPct val="100000"/>
              </a:lnSpc>
              <a:spcBef>
                <a:spcPts val="0"/>
              </a:spcBef>
              <a:spcAft>
                <a:spcPts val="0"/>
              </a:spcAft>
              <a:buSzPts val="2800"/>
              <a:buNone/>
              <a:defRPr sz="3982"/>
            </a:lvl3pPr>
            <a:lvl4pPr lvl="3" algn="ctr">
              <a:lnSpc>
                <a:spcPct val="100000"/>
              </a:lnSpc>
              <a:spcBef>
                <a:spcPts val="0"/>
              </a:spcBef>
              <a:spcAft>
                <a:spcPts val="0"/>
              </a:spcAft>
              <a:buSzPts val="2800"/>
              <a:buNone/>
              <a:defRPr sz="3982"/>
            </a:lvl4pPr>
            <a:lvl5pPr lvl="4" algn="ctr">
              <a:lnSpc>
                <a:spcPct val="100000"/>
              </a:lnSpc>
              <a:spcBef>
                <a:spcPts val="0"/>
              </a:spcBef>
              <a:spcAft>
                <a:spcPts val="0"/>
              </a:spcAft>
              <a:buSzPts val="2800"/>
              <a:buNone/>
              <a:defRPr sz="3982"/>
            </a:lvl5pPr>
            <a:lvl6pPr lvl="5" algn="ctr">
              <a:lnSpc>
                <a:spcPct val="100000"/>
              </a:lnSpc>
              <a:spcBef>
                <a:spcPts val="0"/>
              </a:spcBef>
              <a:spcAft>
                <a:spcPts val="0"/>
              </a:spcAft>
              <a:buSzPts val="2800"/>
              <a:buNone/>
              <a:defRPr sz="3982"/>
            </a:lvl6pPr>
            <a:lvl7pPr lvl="6" algn="ctr">
              <a:lnSpc>
                <a:spcPct val="100000"/>
              </a:lnSpc>
              <a:spcBef>
                <a:spcPts val="0"/>
              </a:spcBef>
              <a:spcAft>
                <a:spcPts val="0"/>
              </a:spcAft>
              <a:buSzPts val="2800"/>
              <a:buNone/>
              <a:defRPr sz="3982"/>
            </a:lvl7pPr>
            <a:lvl8pPr lvl="7" algn="ctr">
              <a:lnSpc>
                <a:spcPct val="100000"/>
              </a:lnSpc>
              <a:spcBef>
                <a:spcPts val="0"/>
              </a:spcBef>
              <a:spcAft>
                <a:spcPts val="0"/>
              </a:spcAft>
              <a:buSzPts val="2800"/>
              <a:buNone/>
              <a:defRPr sz="3982"/>
            </a:lvl8pPr>
            <a:lvl9pPr lvl="8" algn="ctr">
              <a:lnSpc>
                <a:spcPct val="100000"/>
              </a:lnSpc>
              <a:spcBef>
                <a:spcPts val="0"/>
              </a:spcBef>
              <a:spcAft>
                <a:spcPts val="0"/>
              </a:spcAft>
              <a:buSzPts val="2800"/>
              <a:buNone/>
              <a:defRPr sz="3982"/>
            </a:lvl9pPr>
          </a:lstStyle>
          <a:p>
            <a:endParaRPr/>
          </a:p>
        </p:txBody>
      </p:sp>
      <p:sp>
        <p:nvSpPr>
          <p:cNvPr id="12" name="Google Shape;12;p2"/>
          <p:cNvSpPr txBox="1">
            <a:spLocks noGrp="1"/>
          </p:cNvSpPr>
          <p:nvPr>
            <p:ph type="sldNum" idx="12"/>
          </p:nvPr>
        </p:nvSpPr>
        <p:spPr>
          <a:xfrm>
            <a:off x="12049718" y="8842841"/>
            <a:ext cx="780373" cy="746382"/>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5321396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43307" y="4078649"/>
            <a:ext cx="12118187" cy="1596302"/>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5120"/>
            </a:lvl1pPr>
            <a:lvl2pPr lvl="1" algn="ctr">
              <a:spcBef>
                <a:spcPts val="0"/>
              </a:spcBef>
              <a:spcAft>
                <a:spcPts val="0"/>
              </a:spcAft>
              <a:buSzPts val="3600"/>
              <a:buNone/>
              <a:defRPr sz="5120"/>
            </a:lvl2pPr>
            <a:lvl3pPr lvl="2" algn="ctr">
              <a:spcBef>
                <a:spcPts val="0"/>
              </a:spcBef>
              <a:spcAft>
                <a:spcPts val="0"/>
              </a:spcAft>
              <a:buSzPts val="3600"/>
              <a:buNone/>
              <a:defRPr sz="5120"/>
            </a:lvl3pPr>
            <a:lvl4pPr lvl="3" algn="ctr">
              <a:spcBef>
                <a:spcPts val="0"/>
              </a:spcBef>
              <a:spcAft>
                <a:spcPts val="0"/>
              </a:spcAft>
              <a:buSzPts val="3600"/>
              <a:buNone/>
              <a:defRPr sz="5120"/>
            </a:lvl4pPr>
            <a:lvl5pPr lvl="4" algn="ctr">
              <a:spcBef>
                <a:spcPts val="0"/>
              </a:spcBef>
              <a:spcAft>
                <a:spcPts val="0"/>
              </a:spcAft>
              <a:buSzPts val="3600"/>
              <a:buNone/>
              <a:defRPr sz="5120"/>
            </a:lvl5pPr>
            <a:lvl6pPr lvl="5" algn="ctr">
              <a:spcBef>
                <a:spcPts val="0"/>
              </a:spcBef>
              <a:spcAft>
                <a:spcPts val="0"/>
              </a:spcAft>
              <a:buSzPts val="3600"/>
              <a:buNone/>
              <a:defRPr sz="5120"/>
            </a:lvl6pPr>
            <a:lvl7pPr lvl="6" algn="ctr">
              <a:spcBef>
                <a:spcPts val="0"/>
              </a:spcBef>
              <a:spcAft>
                <a:spcPts val="0"/>
              </a:spcAft>
              <a:buSzPts val="3600"/>
              <a:buNone/>
              <a:defRPr sz="5120"/>
            </a:lvl7pPr>
            <a:lvl8pPr lvl="7" algn="ctr">
              <a:spcBef>
                <a:spcPts val="0"/>
              </a:spcBef>
              <a:spcAft>
                <a:spcPts val="0"/>
              </a:spcAft>
              <a:buSzPts val="3600"/>
              <a:buNone/>
              <a:defRPr sz="5120"/>
            </a:lvl8pPr>
            <a:lvl9pPr lvl="8" algn="ctr">
              <a:spcBef>
                <a:spcPts val="0"/>
              </a:spcBef>
              <a:spcAft>
                <a:spcPts val="0"/>
              </a:spcAft>
              <a:buSzPts val="3600"/>
              <a:buNone/>
              <a:defRPr sz="5120"/>
            </a:lvl9pPr>
          </a:lstStyle>
          <a:p>
            <a:endParaRPr/>
          </a:p>
        </p:txBody>
      </p:sp>
      <p:sp>
        <p:nvSpPr>
          <p:cNvPr id="15" name="Google Shape;15;p3"/>
          <p:cNvSpPr txBox="1">
            <a:spLocks noGrp="1"/>
          </p:cNvSpPr>
          <p:nvPr>
            <p:ph type="sldNum" idx="12"/>
          </p:nvPr>
        </p:nvSpPr>
        <p:spPr>
          <a:xfrm>
            <a:off x="12049718" y="8842841"/>
            <a:ext cx="780373" cy="746382"/>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9605338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43307" y="843899"/>
            <a:ext cx="12118187" cy="1086009"/>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43307" y="2185434"/>
            <a:ext cx="12118187" cy="6478507"/>
          </a:xfrm>
          <a:prstGeom prst="rect">
            <a:avLst/>
          </a:prstGeom>
        </p:spPr>
        <p:txBody>
          <a:bodyPr spcFirstLastPara="1" wrap="square" lIns="91425" tIns="91425" rIns="91425" bIns="91425" anchor="t" anchorCtr="0">
            <a:noAutofit/>
          </a:bodyPr>
          <a:lstStyle>
            <a:lvl1pPr marL="650230" lvl="0" indent="-487672">
              <a:spcBef>
                <a:spcPts val="0"/>
              </a:spcBef>
              <a:spcAft>
                <a:spcPts val="0"/>
              </a:spcAft>
              <a:buSzPts val="1800"/>
              <a:buChar char="●"/>
              <a:defRPr/>
            </a:lvl1pPr>
            <a:lvl2pPr marL="1300460" lvl="1" indent="-451549">
              <a:spcBef>
                <a:spcPts val="2276"/>
              </a:spcBef>
              <a:spcAft>
                <a:spcPts val="0"/>
              </a:spcAft>
              <a:buSzPts val="1400"/>
              <a:buChar char="○"/>
              <a:defRPr/>
            </a:lvl2pPr>
            <a:lvl3pPr marL="1950690" lvl="2" indent="-451549">
              <a:spcBef>
                <a:spcPts val="2276"/>
              </a:spcBef>
              <a:spcAft>
                <a:spcPts val="0"/>
              </a:spcAft>
              <a:buSzPts val="1400"/>
              <a:buChar char="■"/>
              <a:defRPr/>
            </a:lvl3pPr>
            <a:lvl4pPr marL="2600919" lvl="3" indent="-451549">
              <a:spcBef>
                <a:spcPts val="2276"/>
              </a:spcBef>
              <a:spcAft>
                <a:spcPts val="0"/>
              </a:spcAft>
              <a:buSzPts val="1400"/>
              <a:buChar char="●"/>
              <a:defRPr/>
            </a:lvl4pPr>
            <a:lvl5pPr marL="3251149" lvl="4" indent="-451549">
              <a:spcBef>
                <a:spcPts val="2276"/>
              </a:spcBef>
              <a:spcAft>
                <a:spcPts val="0"/>
              </a:spcAft>
              <a:buSzPts val="1400"/>
              <a:buChar char="○"/>
              <a:defRPr/>
            </a:lvl5pPr>
            <a:lvl6pPr marL="3901379" lvl="5" indent="-451549">
              <a:spcBef>
                <a:spcPts val="2276"/>
              </a:spcBef>
              <a:spcAft>
                <a:spcPts val="0"/>
              </a:spcAft>
              <a:buSzPts val="1400"/>
              <a:buChar char="■"/>
              <a:defRPr/>
            </a:lvl6pPr>
            <a:lvl7pPr marL="4551609" lvl="6" indent="-451549">
              <a:spcBef>
                <a:spcPts val="2276"/>
              </a:spcBef>
              <a:spcAft>
                <a:spcPts val="0"/>
              </a:spcAft>
              <a:buSzPts val="1400"/>
              <a:buChar char="●"/>
              <a:defRPr/>
            </a:lvl7pPr>
            <a:lvl8pPr marL="5201839" lvl="7" indent="-451549">
              <a:spcBef>
                <a:spcPts val="2276"/>
              </a:spcBef>
              <a:spcAft>
                <a:spcPts val="0"/>
              </a:spcAft>
              <a:buSzPts val="1400"/>
              <a:buChar char="○"/>
              <a:defRPr/>
            </a:lvl8pPr>
            <a:lvl9pPr marL="5852069" lvl="8" indent="-451549">
              <a:spcBef>
                <a:spcPts val="2276"/>
              </a:spcBef>
              <a:spcAft>
                <a:spcPts val="2276"/>
              </a:spcAft>
              <a:buSzPts val="1400"/>
              <a:buChar char="■"/>
              <a:defRPr/>
            </a:lvl9pPr>
          </a:lstStyle>
          <a:p>
            <a:endParaRPr/>
          </a:p>
        </p:txBody>
      </p:sp>
      <p:sp>
        <p:nvSpPr>
          <p:cNvPr id="19" name="Google Shape;19;p4"/>
          <p:cNvSpPr txBox="1">
            <a:spLocks noGrp="1"/>
          </p:cNvSpPr>
          <p:nvPr>
            <p:ph type="sldNum" idx="12"/>
          </p:nvPr>
        </p:nvSpPr>
        <p:spPr>
          <a:xfrm>
            <a:off x="12049718" y="8842841"/>
            <a:ext cx="780373" cy="746382"/>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94929603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443307" y="843899"/>
            <a:ext cx="12118187" cy="1086009"/>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443307" y="2185434"/>
            <a:ext cx="5688747" cy="6478507"/>
          </a:xfrm>
          <a:prstGeom prst="rect">
            <a:avLst/>
          </a:prstGeom>
        </p:spPr>
        <p:txBody>
          <a:bodyPr spcFirstLastPara="1" wrap="square" lIns="91425" tIns="91425" rIns="91425" bIns="91425" anchor="t" anchorCtr="0">
            <a:noAutofit/>
          </a:bodyPr>
          <a:lstStyle>
            <a:lvl1pPr marL="650230" lvl="0" indent="-451549">
              <a:spcBef>
                <a:spcPts val="0"/>
              </a:spcBef>
              <a:spcAft>
                <a:spcPts val="0"/>
              </a:spcAft>
              <a:buSzPts val="1400"/>
              <a:buChar char="●"/>
              <a:defRPr sz="1991"/>
            </a:lvl1pPr>
            <a:lvl2pPr marL="1300460" lvl="1" indent="-433487">
              <a:spcBef>
                <a:spcPts val="2276"/>
              </a:spcBef>
              <a:spcAft>
                <a:spcPts val="0"/>
              </a:spcAft>
              <a:buSzPts val="1200"/>
              <a:buChar char="○"/>
              <a:defRPr sz="1707"/>
            </a:lvl2pPr>
            <a:lvl3pPr marL="1950690" lvl="2" indent="-433487">
              <a:spcBef>
                <a:spcPts val="2276"/>
              </a:spcBef>
              <a:spcAft>
                <a:spcPts val="0"/>
              </a:spcAft>
              <a:buSzPts val="1200"/>
              <a:buChar char="■"/>
              <a:defRPr sz="1707"/>
            </a:lvl3pPr>
            <a:lvl4pPr marL="2600919" lvl="3" indent="-433487">
              <a:spcBef>
                <a:spcPts val="2276"/>
              </a:spcBef>
              <a:spcAft>
                <a:spcPts val="0"/>
              </a:spcAft>
              <a:buSzPts val="1200"/>
              <a:buChar char="●"/>
              <a:defRPr sz="1707"/>
            </a:lvl4pPr>
            <a:lvl5pPr marL="3251149" lvl="4" indent="-433487">
              <a:spcBef>
                <a:spcPts val="2276"/>
              </a:spcBef>
              <a:spcAft>
                <a:spcPts val="0"/>
              </a:spcAft>
              <a:buSzPts val="1200"/>
              <a:buChar char="○"/>
              <a:defRPr sz="1707"/>
            </a:lvl5pPr>
            <a:lvl6pPr marL="3901379" lvl="5" indent="-433487">
              <a:spcBef>
                <a:spcPts val="2276"/>
              </a:spcBef>
              <a:spcAft>
                <a:spcPts val="0"/>
              </a:spcAft>
              <a:buSzPts val="1200"/>
              <a:buChar char="■"/>
              <a:defRPr sz="1707"/>
            </a:lvl6pPr>
            <a:lvl7pPr marL="4551609" lvl="6" indent="-433487">
              <a:spcBef>
                <a:spcPts val="2276"/>
              </a:spcBef>
              <a:spcAft>
                <a:spcPts val="0"/>
              </a:spcAft>
              <a:buSzPts val="1200"/>
              <a:buChar char="●"/>
              <a:defRPr sz="1707"/>
            </a:lvl7pPr>
            <a:lvl8pPr marL="5201839" lvl="7" indent="-433487">
              <a:spcBef>
                <a:spcPts val="2276"/>
              </a:spcBef>
              <a:spcAft>
                <a:spcPts val="0"/>
              </a:spcAft>
              <a:buSzPts val="1200"/>
              <a:buChar char="○"/>
              <a:defRPr sz="1707"/>
            </a:lvl8pPr>
            <a:lvl9pPr marL="5852069" lvl="8" indent="-433487">
              <a:spcBef>
                <a:spcPts val="2276"/>
              </a:spcBef>
              <a:spcAft>
                <a:spcPts val="2276"/>
              </a:spcAft>
              <a:buSzPts val="1200"/>
              <a:buChar char="■"/>
              <a:defRPr sz="1707"/>
            </a:lvl9pPr>
          </a:lstStyle>
          <a:p>
            <a:endParaRPr/>
          </a:p>
        </p:txBody>
      </p:sp>
      <p:sp>
        <p:nvSpPr>
          <p:cNvPr id="23" name="Google Shape;23;p5"/>
          <p:cNvSpPr txBox="1">
            <a:spLocks noGrp="1"/>
          </p:cNvSpPr>
          <p:nvPr>
            <p:ph type="body" idx="2"/>
          </p:nvPr>
        </p:nvSpPr>
        <p:spPr>
          <a:xfrm>
            <a:off x="6872747" y="2185434"/>
            <a:ext cx="5688747" cy="6478507"/>
          </a:xfrm>
          <a:prstGeom prst="rect">
            <a:avLst/>
          </a:prstGeom>
        </p:spPr>
        <p:txBody>
          <a:bodyPr spcFirstLastPara="1" wrap="square" lIns="91425" tIns="91425" rIns="91425" bIns="91425" anchor="t" anchorCtr="0">
            <a:noAutofit/>
          </a:bodyPr>
          <a:lstStyle>
            <a:lvl1pPr marL="650230" lvl="0" indent="-451549">
              <a:spcBef>
                <a:spcPts val="0"/>
              </a:spcBef>
              <a:spcAft>
                <a:spcPts val="0"/>
              </a:spcAft>
              <a:buSzPts val="1400"/>
              <a:buChar char="●"/>
              <a:defRPr sz="1991"/>
            </a:lvl1pPr>
            <a:lvl2pPr marL="1300460" lvl="1" indent="-433487">
              <a:spcBef>
                <a:spcPts val="2276"/>
              </a:spcBef>
              <a:spcAft>
                <a:spcPts val="0"/>
              </a:spcAft>
              <a:buSzPts val="1200"/>
              <a:buChar char="○"/>
              <a:defRPr sz="1707"/>
            </a:lvl2pPr>
            <a:lvl3pPr marL="1950690" lvl="2" indent="-433487">
              <a:spcBef>
                <a:spcPts val="2276"/>
              </a:spcBef>
              <a:spcAft>
                <a:spcPts val="0"/>
              </a:spcAft>
              <a:buSzPts val="1200"/>
              <a:buChar char="■"/>
              <a:defRPr sz="1707"/>
            </a:lvl3pPr>
            <a:lvl4pPr marL="2600919" lvl="3" indent="-433487">
              <a:spcBef>
                <a:spcPts val="2276"/>
              </a:spcBef>
              <a:spcAft>
                <a:spcPts val="0"/>
              </a:spcAft>
              <a:buSzPts val="1200"/>
              <a:buChar char="●"/>
              <a:defRPr sz="1707"/>
            </a:lvl4pPr>
            <a:lvl5pPr marL="3251149" lvl="4" indent="-433487">
              <a:spcBef>
                <a:spcPts val="2276"/>
              </a:spcBef>
              <a:spcAft>
                <a:spcPts val="0"/>
              </a:spcAft>
              <a:buSzPts val="1200"/>
              <a:buChar char="○"/>
              <a:defRPr sz="1707"/>
            </a:lvl5pPr>
            <a:lvl6pPr marL="3901379" lvl="5" indent="-433487">
              <a:spcBef>
                <a:spcPts val="2276"/>
              </a:spcBef>
              <a:spcAft>
                <a:spcPts val="0"/>
              </a:spcAft>
              <a:buSzPts val="1200"/>
              <a:buChar char="■"/>
              <a:defRPr sz="1707"/>
            </a:lvl6pPr>
            <a:lvl7pPr marL="4551609" lvl="6" indent="-433487">
              <a:spcBef>
                <a:spcPts val="2276"/>
              </a:spcBef>
              <a:spcAft>
                <a:spcPts val="0"/>
              </a:spcAft>
              <a:buSzPts val="1200"/>
              <a:buChar char="●"/>
              <a:defRPr sz="1707"/>
            </a:lvl7pPr>
            <a:lvl8pPr marL="5201839" lvl="7" indent="-433487">
              <a:spcBef>
                <a:spcPts val="2276"/>
              </a:spcBef>
              <a:spcAft>
                <a:spcPts val="0"/>
              </a:spcAft>
              <a:buSzPts val="1200"/>
              <a:buChar char="○"/>
              <a:defRPr sz="1707"/>
            </a:lvl8pPr>
            <a:lvl9pPr marL="5852069" lvl="8" indent="-433487">
              <a:spcBef>
                <a:spcPts val="2276"/>
              </a:spcBef>
              <a:spcAft>
                <a:spcPts val="2276"/>
              </a:spcAft>
              <a:buSzPts val="1200"/>
              <a:buChar char="■"/>
              <a:defRPr sz="1707"/>
            </a:lvl9pPr>
          </a:lstStyle>
          <a:p>
            <a:endParaRPr/>
          </a:p>
        </p:txBody>
      </p:sp>
      <p:sp>
        <p:nvSpPr>
          <p:cNvPr id="24" name="Google Shape;24;p5"/>
          <p:cNvSpPr txBox="1">
            <a:spLocks noGrp="1"/>
          </p:cNvSpPr>
          <p:nvPr>
            <p:ph type="sldNum" idx="12"/>
          </p:nvPr>
        </p:nvSpPr>
        <p:spPr>
          <a:xfrm>
            <a:off x="12049718" y="8842841"/>
            <a:ext cx="780373" cy="746382"/>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27483504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43307" y="843899"/>
            <a:ext cx="12118187" cy="1086009"/>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12049718" y="8842841"/>
            <a:ext cx="780373" cy="746382"/>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2472586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443307" y="1053582"/>
            <a:ext cx="3993600" cy="1433031"/>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3413"/>
            </a:lvl1pPr>
            <a:lvl2pPr lvl="1">
              <a:spcBef>
                <a:spcPts val="0"/>
              </a:spcBef>
              <a:spcAft>
                <a:spcPts val="0"/>
              </a:spcAft>
              <a:buSzPts val="2400"/>
              <a:buNone/>
              <a:defRPr sz="3413"/>
            </a:lvl2pPr>
            <a:lvl3pPr lvl="2">
              <a:spcBef>
                <a:spcPts val="0"/>
              </a:spcBef>
              <a:spcAft>
                <a:spcPts val="0"/>
              </a:spcAft>
              <a:buSzPts val="2400"/>
              <a:buNone/>
              <a:defRPr sz="3413"/>
            </a:lvl3pPr>
            <a:lvl4pPr lvl="3">
              <a:spcBef>
                <a:spcPts val="0"/>
              </a:spcBef>
              <a:spcAft>
                <a:spcPts val="0"/>
              </a:spcAft>
              <a:buSzPts val="2400"/>
              <a:buNone/>
              <a:defRPr sz="3413"/>
            </a:lvl4pPr>
            <a:lvl5pPr lvl="4">
              <a:spcBef>
                <a:spcPts val="0"/>
              </a:spcBef>
              <a:spcAft>
                <a:spcPts val="0"/>
              </a:spcAft>
              <a:buSzPts val="2400"/>
              <a:buNone/>
              <a:defRPr sz="3413"/>
            </a:lvl5pPr>
            <a:lvl6pPr lvl="5">
              <a:spcBef>
                <a:spcPts val="0"/>
              </a:spcBef>
              <a:spcAft>
                <a:spcPts val="0"/>
              </a:spcAft>
              <a:buSzPts val="2400"/>
              <a:buNone/>
              <a:defRPr sz="3413"/>
            </a:lvl6pPr>
            <a:lvl7pPr lvl="6">
              <a:spcBef>
                <a:spcPts val="0"/>
              </a:spcBef>
              <a:spcAft>
                <a:spcPts val="0"/>
              </a:spcAft>
              <a:buSzPts val="2400"/>
              <a:buNone/>
              <a:defRPr sz="3413"/>
            </a:lvl7pPr>
            <a:lvl8pPr lvl="7">
              <a:spcBef>
                <a:spcPts val="0"/>
              </a:spcBef>
              <a:spcAft>
                <a:spcPts val="0"/>
              </a:spcAft>
              <a:buSzPts val="2400"/>
              <a:buNone/>
              <a:defRPr sz="3413"/>
            </a:lvl8pPr>
            <a:lvl9pPr lvl="8">
              <a:spcBef>
                <a:spcPts val="0"/>
              </a:spcBef>
              <a:spcAft>
                <a:spcPts val="0"/>
              </a:spcAft>
              <a:buSzPts val="2400"/>
              <a:buNone/>
              <a:defRPr sz="3413"/>
            </a:lvl9pPr>
          </a:lstStyle>
          <a:p>
            <a:endParaRPr/>
          </a:p>
        </p:txBody>
      </p:sp>
      <p:sp>
        <p:nvSpPr>
          <p:cNvPr id="30" name="Google Shape;30;p7"/>
          <p:cNvSpPr txBox="1">
            <a:spLocks noGrp="1"/>
          </p:cNvSpPr>
          <p:nvPr>
            <p:ph type="body" idx="1"/>
          </p:nvPr>
        </p:nvSpPr>
        <p:spPr>
          <a:xfrm>
            <a:off x="443307" y="2635094"/>
            <a:ext cx="3993600" cy="6029084"/>
          </a:xfrm>
          <a:prstGeom prst="rect">
            <a:avLst/>
          </a:prstGeom>
        </p:spPr>
        <p:txBody>
          <a:bodyPr spcFirstLastPara="1" wrap="square" lIns="91425" tIns="91425" rIns="91425" bIns="91425" anchor="t" anchorCtr="0">
            <a:noAutofit/>
          </a:bodyPr>
          <a:lstStyle>
            <a:lvl1pPr marL="650230" lvl="0" indent="-433487">
              <a:spcBef>
                <a:spcPts val="0"/>
              </a:spcBef>
              <a:spcAft>
                <a:spcPts val="0"/>
              </a:spcAft>
              <a:buSzPts val="1200"/>
              <a:buChar char="●"/>
              <a:defRPr sz="1707"/>
            </a:lvl1pPr>
            <a:lvl2pPr marL="1300460" lvl="1" indent="-433487">
              <a:spcBef>
                <a:spcPts val="2276"/>
              </a:spcBef>
              <a:spcAft>
                <a:spcPts val="0"/>
              </a:spcAft>
              <a:buSzPts val="1200"/>
              <a:buChar char="○"/>
              <a:defRPr sz="1707"/>
            </a:lvl2pPr>
            <a:lvl3pPr marL="1950690" lvl="2" indent="-433487">
              <a:spcBef>
                <a:spcPts val="2276"/>
              </a:spcBef>
              <a:spcAft>
                <a:spcPts val="0"/>
              </a:spcAft>
              <a:buSzPts val="1200"/>
              <a:buChar char="■"/>
              <a:defRPr sz="1707"/>
            </a:lvl3pPr>
            <a:lvl4pPr marL="2600919" lvl="3" indent="-433487">
              <a:spcBef>
                <a:spcPts val="2276"/>
              </a:spcBef>
              <a:spcAft>
                <a:spcPts val="0"/>
              </a:spcAft>
              <a:buSzPts val="1200"/>
              <a:buChar char="●"/>
              <a:defRPr sz="1707"/>
            </a:lvl4pPr>
            <a:lvl5pPr marL="3251149" lvl="4" indent="-433487">
              <a:spcBef>
                <a:spcPts val="2276"/>
              </a:spcBef>
              <a:spcAft>
                <a:spcPts val="0"/>
              </a:spcAft>
              <a:buSzPts val="1200"/>
              <a:buChar char="○"/>
              <a:defRPr sz="1707"/>
            </a:lvl5pPr>
            <a:lvl6pPr marL="3901379" lvl="5" indent="-433487">
              <a:spcBef>
                <a:spcPts val="2276"/>
              </a:spcBef>
              <a:spcAft>
                <a:spcPts val="0"/>
              </a:spcAft>
              <a:buSzPts val="1200"/>
              <a:buChar char="■"/>
              <a:defRPr sz="1707"/>
            </a:lvl6pPr>
            <a:lvl7pPr marL="4551609" lvl="6" indent="-433487">
              <a:spcBef>
                <a:spcPts val="2276"/>
              </a:spcBef>
              <a:spcAft>
                <a:spcPts val="0"/>
              </a:spcAft>
              <a:buSzPts val="1200"/>
              <a:buChar char="●"/>
              <a:defRPr sz="1707"/>
            </a:lvl7pPr>
            <a:lvl8pPr marL="5201839" lvl="7" indent="-433487">
              <a:spcBef>
                <a:spcPts val="2276"/>
              </a:spcBef>
              <a:spcAft>
                <a:spcPts val="0"/>
              </a:spcAft>
              <a:buSzPts val="1200"/>
              <a:buChar char="○"/>
              <a:defRPr sz="1707"/>
            </a:lvl8pPr>
            <a:lvl9pPr marL="5852069" lvl="8" indent="-433487">
              <a:spcBef>
                <a:spcPts val="2276"/>
              </a:spcBef>
              <a:spcAft>
                <a:spcPts val="2276"/>
              </a:spcAft>
              <a:buSzPts val="1200"/>
              <a:buChar char="■"/>
              <a:defRPr sz="1707"/>
            </a:lvl9pPr>
          </a:lstStyle>
          <a:p>
            <a:endParaRPr/>
          </a:p>
        </p:txBody>
      </p:sp>
      <p:sp>
        <p:nvSpPr>
          <p:cNvPr id="31" name="Google Shape;31;p7"/>
          <p:cNvSpPr txBox="1">
            <a:spLocks noGrp="1"/>
          </p:cNvSpPr>
          <p:nvPr>
            <p:ph type="sldNum" idx="12"/>
          </p:nvPr>
        </p:nvSpPr>
        <p:spPr>
          <a:xfrm>
            <a:off x="12049718" y="8842841"/>
            <a:ext cx="780373" cy="746382"/>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14302338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97244" y="853618"/>
            <a:ext cx="9056427" cy="7757369"/>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6827"/>
            </a:lvl1pPr>
            <a:lvl2pPr lvl="1">
              <a:spcBef>
                <a:spcPts val="0"/>
              </a:spcBef>
              <a:spcAft>
                <a:spcPts val="0"/>
              </a:spcAft>
              <a:buSzPts val="4800"/>
              <a:buNone/>
              <a:defRPr sz="6827"/>
            </a:lvl2pPr>
            <a:lvl3pPr lvl="2">
              <a:spcBef>
                <a:spcPts val="0"/>
              </a:spcBef>
              <a:spcAft>
                <a:spcPts val="0"/>
              </a:spcAft>
              <a:buSzPts val="4800"/>
              <a:buNone/>
              <a:defRPr sz="6827"/>
            </a:lvl3pPr>
            <a:lvl4pPr lvl="3">
              <a:spcBef>
                <a:spcPts val="0"/>
              </a:spcBef>
              <a:spcAft>
                <a:spcPts val="0"/>
              </a:spcAft>
              <a:buSzPts val="4800"/>
              <a:buNone/>
              <a:defRPr sz="6827"/>
            </a:lvl4pPr>
            <a:lvl5pPr lvl="4">
              <a:spcBef>
                <a:spcPts val="0"/>
              </a:spcBef>
              <a:spcAft>
                <a:spcPts val="0"/>
              </a:spcAft>
              <a:buSzPts val="4800"/>
              <a:buNone/>
              <a:defRPr sz="6827"/>
            </a:lvl5pPr>
            <a:lvl6pPr lvl="5">
              <a:spcBef>
                <a:spcPts val="0"/>
              </a:spcBef>
              <a:spcAft>
                <a:spcPts val="0"/>
              </a:spcAft>
              <a:buSzPts val="4800"/>
              <a:buNone/>
              <a:defRPr sz="6827"/>
            </a:lvl6pPr>
            <a:lvl7pPr lvl="6">
              <a:spcBef>
                <a:spcPts val="0"/>
              </a:spcBef>
              <a:spcAft>
                <a:spcPts val="0"/>
              </a:spcAft>
              <a:buSzPts val="4800"/>
              <a:buNone/>
              <a:defRPr sz="6827"/>
            </a:lvl7pPr>
            <a:lvl8pPr lvl="7">
              <a:spcBef>
                <a:spcPts val="0"/>
              </a:spcBef>
              <a:spcAft>
                <a:spcPts val="0"/>
              </a:spcAft>
              <a:buSzPts val="4800"/>
              <a:buNone/>
              <a:defRPr sz="6827"/>
            </a:lvl8pPr>
            <a:lvl9pPr lvl="8">
              <a:spcBef>
                <a:spcPts val="0"/>
              </a:spcBef>
              <a:spcAft>
                <a:spcPts val="0"/>
              </a:spcAft>
              <a:buSzPts val="4800"/>
              <a:buNone/>
              <a:defRPr sz="6827"/>
            </a:lvl9pPr>
          </a:lstStyle>
          <a:p>
            <a:endParaRPr/>
          </a:p>
        </p:txBody>
      </p:sp>
      <p:sp>
        <p:nvSpPr>
          <p:cNvPr id="34" name="Google Shape;34;p8"/>
          <p:cNvSpPr txBox="1">
            <a:spLocks noGrp="1"/>
          </p:cNvSpPr>
          <p:nvPr>
            <p:ph type="sldNum" idx="12"/>
          </p:nvPr>
        </p:nvSpPr>
        <p:spPr>
          <a:xfrm>
            <a:off x="12049718" y="8842841"/>
            <a:ext cx="780373" cy="746382"/>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0009156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5"/>
        <p:cNvGrpSpPr/>
        <p:nvPr/>
      </p:nvGrpSpPr>
      <p:grpSpPr>
        <a:xfrm>
          <a:off x="0" y="0"/>
          <a:ext cx="0" cy="0"/>
          <a:chOff x="0" y="0"/>
          <a:chExt cx="0" cy="0"/>
        </a:xfrm>
      </p:grpSpPr>
      <p:sp>
        <p:nvSpPr>
          <p:cNvPr id="36" name="Google Shape;36;p9"/>
          <p:cNvSpPr/>
          <p:nvPr/>
        </p:nvSpPr>
        <p:spPr>
          <a:xfrm>
            <a:off x="6502400" y="-237"/>
            <a:ext cx="6502400" cy="9753600"/>
          </a:xfrm>
          <a:prstGeom prst="rect">
            <a:avLst/>
          </a:prstGeom>
          <a:solidFill>
            <a:schemeClr val="lt2"/>
          </a:solidFill>
          <a:ln>
            <a:noFill/>
          </a:ln>
        </p:spPr>
        <p:txBody>
          <a:bodyPr spcFirstLastPara="1" wrap="square" lIns="130027" tIns="130027" rIns="130027" bIns="130027" anchor="ctr" anchorCtr="0">
            <a:noAutofit/>
          </a:bodyPr>
          <a:lstStyle/>
          <a:p>
            <a:pPr marL="0" lvl="0" indent="0" algn="l" rtl="0">
              <a:spcBef>
                <a:spcPts val="0"/>
              </a:spcBef>
              <a:spcAft>
                <a:spcPts val="0"/>
              </a:spcAft>
              <a:buNone/>
            </a:pPr>
            <a:endParaRPr sz="5120"/>
          </a:p>
        </p:txBody>
      </p:sp>
      <p:sp>
        <p:nvSpPr>
          <p:cNvPr id="37" name="Google Shape;37;p9"/>
          <p:cNvSpPr txBox="1">
            <a:spLocks noGrp="1"/>
          </p:cNvSpPr>
          <p:nvPr>
            <p:ph type="title"/>
          </p:nvPr>
        </p:nvSpPr>
        <p:spPr>
          <a:xfrm>
            <a:off x="377600" y="2338465"/>
            <a:ext cx="5753173" cy="281088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5973"/>
            </a:lvl1pPr>
            <a:lvl2pPr lvl="1" algn="ctr">
              <a:spcBef>
                <a:spcPts val="0"/>
              </a:spcBef>
              <a:spcAft>
                <a:spcPts val="0"/>
              </a:spcAft>
              <a:buSzPts val="4200"/>
              <a:buNone/>
              <a:defRPr sz="5973"/>
            </a:lvl2pPr>
            <a:lvl3pPr lvl="2" algn="ctr">
              <a:spcBef>
                <a:spcPts val="0"/>
              </a:spcBef>
              <a:spcAft>
                <a:spcPts val="0"/>
              </a:spcAft>
              <a:buSzPts val="4200"/>
              <a:buNone/>
              <a:defRPr sz="5973"/>
            </a:lvl3pPr>
            <a:lvl4pPr lvl="3" algn="ctr">
              <a:spcBef>
                <a:spcPts val="0"/>
              </a:spcBef>
              <a:spcAft>
                <a:spcPts val="0"/>
              </a:spcAft>
              <a:buSzPts val="4200"/>
              <a:buNone/>
              <a:defRPr sz="5973"/>
            </a:lvl4pPr>
            <a:lvl5pPr lvl="4" algn="ctr">
              <a:spcBef>
                <a:spcPts val="0"/>
              </a:spcBef>
              <a:spcAft>
                <a:spcPts val="0"/>
              </a:spcAft>
              <a:buSzPts val="4200"/>
              <a:buNone/>
              <a:defRPr sz="5973"/>
            </a:lvl5pPr>
            <a:lvl6pPr lvl="5" algn="ctr">
              <a:spcBef>
                <a:spcPts val="0"/>
              </a:spcBef>
              <a:spcAft>
                <a:spcPts val="0"/>
              </a:spcAft>
              <a:buSzPts val="4200"/>
              <a:buNone/>
              <a:defRPr sz="5973"/>
            </a:lvl6pPr>
            <a:lvl7pPr lvl="6" algn="ctr">
              <a:spcBef>
                <a:spcPts val="0"/>
              </a:spcBef>
              <a:spcAft>
                <a:spcPts val="0"/>
              </a:spcAft>
              <a:buSzPts val="4200"/>
              <a:buNone/>
              <a:defRPr sz="5973"/>
            </a:lvl7pPr>
            <a:lvl8pPr lvl="7" algn="ctr">
              <a:spcBef>
                <a:spcPts val="0"/>
              </a:spcBef>
              <a:spcAft>
                <a:spcPts val="0"/>
              </a:spcAft>
              <a:buSzPts val="4200"/>
              <a:buNone/>
              <a:defRPr sz="5973"/>
            </a:lvl8pPr>
            <a:lvl9pPr lvl="8" algn="ctr">
              <a:spcBef>
                <a:spcPts val="0"/>
              </a:spcBef>
              <a:spcAft>
                <a:spcPts val="0"/>
              </a:spcAft>
              <a:buSzPts val="4200"/>
              <a:buNone/>
              <a:defRPr sz="5973"/>
            </a:lvl9pPr>
          </a:lstStyle>
          <a:p>
            <a:endParaRPr/>
          </a:p>
        </p:txBody>
      </p:sp>
      <p:sp>
        <p:nvSpPr>
          <p:cNvPr id="38" name="Google Shape;38;p9"/>
          <p:cNvSpPr txBox="1">
            <a:spLocks noGrp="1"/>
          </p:cNvSpPr>
          <p:nvPr>
            <p:ph type="subTitle" idx="1"/>
          </p:nvPr>
        </p:nvSpPr>
        <p:spPr>
          <a:xfrm>
            <a:off x="377600" y="5315461"/>
            <a:ext cx="5753173" cy="2342116"/>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987"/>
            </a:lvl1pPr>
            <a:lvl2pPr lvl="1" algn="ctr">
              <a:lnSpc>
                <a:spcPct val="100000"/>
              </a:lnSpc>
              <a:spcBef>
                <a:spcPts val="0"/>
              </a:spcBef>
              <a:spcAft>
                <a:spcPts val="0"/>
              </a:spcAft>
              <a:buSzPts val="2100"/>
              <a:buNone/>
              <a:defRPr sz="2987"/>
            </a:lvl2pPr>
            <a:lvl3pPr lvl="2" algn="ctr">
              <a:lnSpc>
                <a:spcPct val="100000"/>
              </a:lnSpc>
              <a:spcBef>
                <a:spcPts val="0"/>
              </a:spcBef>
              <a:spcAft>
                <a:spcPts val="0"/>
              </a:spcAft>
              <a:buSzPts val="2100"/>
              <a:buNone/>
              <a:defRPr sz="2987"/>
            </a:lvl3pPr>
            <a:lvl4pPr lvl="3" algn="ctr">
              <a:lnSpc>
                <a:spcPct val="100000"/>
              </a:lnSpc>
              <a:spcBef>
                <a:spcPts val="0"/>
              </a:spcBef>
              <a:spcAft>
                <a:spcPts val="0"/>
              </a:spcAft>
              <a:buSzPts val="2100"/>
              <a:buNone/>
              <a:defRPr sz="2987"/>
            </a:lvl4pPr>
            <a:lvl5pPr lvl="4" algn="ctr">
              <a:lnSpc>
                <a:spcPct val="100000"/>
              </a:lnSpc>
              <a:spcBef>
                <a:spcPts val="0"/>
              </a:spcBef>
              <a:spcAft>
                <a:spcPts val="0"/>
              </a:spcAft>
              <a:buSzPts val="2100"/>
              <a:buNone/>
              <a:defRPr sz="2987"/>
            </a:lvl5pPr>
            <a:lvl6pPr lvl="5" algn="ctr">
              <a:lnSpc>
                <a:spcPct val="100000"/>
              </a:lnSpc>
              <a:spcBef>
                <a:spcPts val="0"/>
              </a:spcBef>
              <a:spcAft>
                <a:spcPts val="0"/>
              </a:spcAft>
              <a:buSzPts val="2100"/>
              <a:buNone/>
              <a:defRPr sz="2987"/>
            </a:lvl6pPr>
            <a:lvl7pPr lvl="6" algn="ctr">
              <a:lnSpc>
                <a:spcPct val="100000"/>
              </a:lnSpc>
              <a:spcBef>
                <a:spcPts val="0"/>
              </a:spcBef>
              <a:spcAft>
                <a:spcPts val="0"/>
              </a:spcAft>
              <a:buSzPts val="2100"/>
              <a:buNone/>
              <a:defRPr sz="2987"/>
            </a:lvl7pPr>
            <a:lvl8pPr lvl="7" algn="ctr">
              <a:lnSpc>
                <a:spcPct val="100000"/>
              </a:lnSpc>
              <a:spcBef>
                <a:spcPts val="0"/>
              </a:spcBef>
              <a:spcAft>
                <a:spcPts val="0"/>
              </a:spcAft>
              <a:buSzPts val="2100"/>
              <a:buNone/>
              <a:defRPr sz="2987"/>
            </a:lvl8pPr>
            <a:lvl9pPr lvl="8" algn="ctr">
              <a:lnSpc>
                <a:spcPct val="100000"/>
              </a:lnSpc>
              <a:spcBef>
                <a:spcPts val="0"/>
              </a:spcBef>
              <a:spcAft>
                <a:spcPts val="0"/>
              </a:spcAft>
              <a:buSzPts val="2100"/>
              <a:buNone/>
              <a:defRPr sz="2987"/>
            </a:lvl9pPr>
          </a:lstStyle>
          <a:p>
            <a:endParaRPr/>
          </a:p>
        </p:txBody>
      </p:sp>
      <p:sp>
        <p:nvSpPr>
          <p:cNvPr id="39" name="Google Shape;39;p9"/>
          <p:cNvSpPr txBox="1">
            <a:spLocks noGrp="1"/>
          </p:cNvSpPr>
          <p:nvPr>
            <p:ph type="body" idx="2"/>
          </p:nvPr>
        </p:nvSpPr>
        <p:spPr>
          <a:xfrm>
            <a:off x="7025067" y="1373061"/>
            <a:ext cx="5457067" cy="7007004"/>
          </a:xfrm>
          <a:prstGeom prst="rect">
            <a:avLst/>
          </a:prstGeom>
        </p:spPr>
        <p:txBody>
          <a:bodyPr spcFirstLastPara="1" wrap="square" lIns="91425" tIns="91425" rIns="91425" bIns="91425" anchor="ctr" anchorCtr="0">
            <a:noAutofit/>
          </a:bodyPr>
          <a:lstStyle>
            <a:lvl1pPr marL="650230" lvl="0" indent="-487672">
              <a:spcBef>
                <a:spcPts val="0"/>
              </a:spcBef>
              <a:spcAft>
                <a:spcPts val="0"/>
              </a:spcAft>
              <a:buSzPts val="1800"/>
              <a:buChar char="●"/>
              <a:defRPr/>
            </a:lvl1pPr>
            <a:lvl2pPr marL="1300460" lvl="1" indent="-451549">
              <a:spcBef>
                <a:spcPts val="2276"/>
              </a:spcBef>
              <a:spcAft>
                <a:spcPts val="0"/>
              </a:spcAft>
              <a:buSzPts val="1400"/>
              <a:buChar char="○"/>
              <a:defRPr/>
            </a:lvl2pPr>
            <a:lvl3pPr marL="1950690" lvl="2" indent="-451549">
              <a:spcBef>
                <a:spcPts val="2276"/>
              </a:spcBef>
              <a:spcAft>
                <a:spcPts val="0"/>
              </a:spcAft>
              <a:buSzPts val="1400"/>
              <a:buChar char="■"/>
              <a:defRPr/>
            </a:lvl3pPr>
            <a:lvl4pPr marL="2600919" lvl="3" indent="-451549">
              <a:spcBef>
                <a:spcPts val="2276"/>
              </a:spcBef>
              <a:spcAft>
                <a:spcPts val="0"/>
              </a:spcAft>
              <a:buSzPts val="1400"/>
              <a:buChar char="●"/>
              <a:defRPr/>
            </a:lvl4pPr>
            <a:lvl5pPr marL="3251149" lvl="4" indent="-451549">
              <a:spcBef>
                <a:spcPts val="2276"/>
              </a:spcBef>
              <a:spcAft>
                <a:spcPts val="0"/>
              </a:spcAft>
              <a:buSzPts val="1400"/>
              <a:buChar char="○"/>
              <a:defRPr/>
            </a:lvl5pPr>
            <a:lvl6pPr marL="3901379" lvl="5" indent="-451549">
              <a:spcBef>
                <a:spcPts val="2276"/>
              </a:spcBef>
              <a:spcAft>
                <a:spcPts val="0"/>
              </a:spcAft>
              <a:buSzPts val="1400"/>
              <a:buChar char="■"/>
              <a:defRPr/>
            </a:lvl6pPr>
            <a:lvl7pPr marL="4551609" lvl="6" indent="-451549">
              <a:spcBef>
                <a:spcPts val="2276"/>
              </a:spcBef>
              <a:spcAft>
                <a:spcPts val="0"/>
              </a:spcAft>
              <a:buSzPts val="1400"/>
              <a:buChar char="●"/>
              <a:defRPr/>
            </a:lvl7pPr>
            <a:lvl8pPr marL="5201839" lvl="7" indent="-451549">
              <a:spcBef>
                <a:spcPts val="2276"/>
              </a:spcBef>
              <a:spcAft>
                <a:spcPts val="0"/>
              </a:spcAft>
              <a:buSzPts val="1400"/>
              <a:buChar char="○"/>
              <a:defRPr/>
            </a:lvl8pPr>
            <a:lvl9pPr marL="5852069" lvl="8" indent="-451549">
              <a:spcBef>
                <a:spcPts val="2276"/>
              </a:spcBef>
              <a:spcAft>
                <a:spcPts val="2276"/>
              </a:spcAft>
              <a:buSzPts val="1400"/>
              <a:buChar char="■"/>
              <a:defRPr/>
            </a:lvl9pPr>
          </a:lstStyle>
          <a:p>
            <a:endParaRPr/>
          </a:p>
        </p:txBody>
      </p:sp>
      <p:sp>
        <p:nvSpPr>
          <p:cNvPr id="40" name="Google Shape;40;p9"/>
          <p:cNvSpPr txBox="1">
            <a:spLocks noGrp="1"/>
          </p:cNvSpPr>
          <p:nvPr>
            <p:ph type="sldNum" idx="12"/>
          </p:nvPr>
        </p:nvSpPr>
        <p:spPr>
          <a:xfrm>
            <a:off x="12049718" y="8842841"/>
            <a:ext cx="780373" cy="746382"/>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34788503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443307" y="8022424"/>
            <a:ext cx="8531627" cy="1147449"/>
          </a:xfrm>
          <a:prstGeom prst="rect">
            <a:avLst/>
          </a:prstGeom>
        </p:spPr>
        <p:txBody>
          <a:bodyPr spcFirstLastPara="1" wrap="square" lIns="91425" tIns="91425" rIns="91425" bIns="91425" anchor="ctr" anchorCtr="0">
            <a:noAutofit/>
          </a:bodyPr>
          <a:lstStyle>
            <a:lvl1pPr marL="650230" lvl="0" indent="-325115">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12049718" y="8842841"/>
            <a:ext cx="780373" cy="746382"/>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2833841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443307" y="2097541"/>
            <a:ext cx="12118187" cy="3723378"/>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7066"/>
            </a:lvl1pPr>
            <a:lvl2pPr lvl="1" algn="ctr">
              <a:spcBef>
                <a:spcPts val="0"/>
              </a:spcBef>
              <a:spcAft>
                <a:spcPts val="0"/>
              </a:spcAft>
              <a:buSzPts val="12000"/>
              <a:buNone/>
              <a:defRPr sz="17066"/>
            </a:lvl2pPr>
            <a:lvl3pPr lvl="2" algn="ctr">
              <a:spcBef>
                <a:spcPts val="0"/>
              </a:spcBef>
              <a:spcAft>
                <a:spcPts val="0"/>
              </a:spcAft>
              <a:buSzPts val="12000"/>
              <a:buNone/>
              <a:defRPr sz="17066"/>
            </a:lvl3pPr>
            <a:lvl4pPr lvl="3" algn="ctr">
              <a:spcBef>
                <a:spcPts val="0"/>
              </a:spcBef>
              <a:spcAft>
                <a:spcPts val="0"/>
              </a:spcAft>
              <a:buSzPts val="12000"/>
              <a:buNone/>
              <a:defRPr sz="17066"/>
            </a:lvl4pPr>
            <a:lvl5pPr lvl="4" algn="ctr">
              <a:spcBef>
                <a:spcPts val="0"/>
              </a:spcBef>
              <a:spcAft>
                <a:spcPts val="0"/>
              </a:spcAft>
              <a:buSzPts val="12000"/>
              <a:buNone/>
              <a:defRPr sz="17066"/>
            </a:lvl5pPr>
            <a:lvl6pPr lvl="5" algn="ctr">
              <a:spcBef>
                <a:spcPts val="0"/>
              </a:spcBef>
              <a:spcAft>
                <a:spcPts val="0"/>
              </a:spcAft>
              <a:buSzPts val="12000"/>
              <a:buNone/>
              <a:defRPr sz="17066"/>
            </a:lvl6pPr>
            <a:lvl7pPr lvl="6" algn="ctr">
              <a:spcBef>
                <a:spcPts val="0"/>
              </a:spcBef>
              <a:spcAft>
                <a:spcPts val="0"/>
              </a:spcAft>
              <a:buSzPts val="12000"/>
              <a:buNone/>
              <a:defRPr sz="17066"/>
            </a:lvl7pPr>
            <a:lvl8pPr lvl="7" algn="ctr">
              <a:spcBef>
                <a:spcPts val="0"/>
              </a:spcBef>
              <a:spcAft>
                <a:spcPts val="0"/>
              </a:spcAft>
              <a:buSzPts val="12000"/>
              <a:buNone/>
              <a:defRPr sz="17066"/>
            </a:lvl8pPr>
            <a:lvl9pPr lvl="8" algn="ctr">
              <a:spcBef>
                <a:spcPts val="0"/>
              </a:spcBef>
              <a:spcAft>
                <a:spcPts val="0"/>
              </a:spcAft>
              <a:buSzPts val="12000"/>
              <a:buNone/>
              <a:defRPr sz="17066"/>
            </a:lvl9pPr>
          </a:lstStyle>
          <a:p>
            <a:r>
              <a:t>xx%</a:t>
            </a:r>
          </a:p>
        </p:txBody>
      </p:sp>
      <p:sp>
        <p:nvSpPr>
          <p:cNvPr id="46" name="Google Shape;46;p11"/>
          <p:cNvSpPr txBox="1">
            <a:spLocks noGrp="1"/>
          </p:cNvSpPr>
          <p:nvPr>
            <p:ph type="body" idx="1"/>
          </p:nvPr>
        </p:nvSpPr>
        <p:spPr>
          <a:xfrm>
            <a:off x="443307" y="5977553"/>
            <a:ext cx="12118187" cy="2466702"/>
          </a:xfrm>
          <a:prstGeom prst="rect">
            <a:avLst/>
          </a:prstGeom>
        </p:spPr>
        <p:txBody>
          <a:bodyPr spcFirstLastPara="1" wrap="square" lIns="91425" tIns="91425" rIns="91425" bIns="91425" anchor="t" anchorCtr="0">
            <a:noAutofit/>
          </a:bodyPr>
          <a:lstStyle>
            <a:lvl1pPr marL="650230" lvl="0" indent="-487672" algn="ctr">
              <a:spcBef>
                <a:spcPts val="0"/>
              </a:spcBef>
              <a:spcAft>
                <a:spcPts val="0"/>
              </a:spcAft>
              <a:buSzPts val="1800"/>
              <a:buChar char="●"/>
              <a:defRPr/>
            </a:lvl1pPr>
            <a:lvl2pPr marL="1300460" lvl="1" indent="-451549" algn="ctr">
              <a:spcBef>
                <a:spcPts val="2276"/>
              </a:spcBef>
              <a:spcAft>
                <a:spcPts val="0"/>
              </a:spcAft>
              <a:buSzPts val="1400"/>
              <a:buChar char="○"/>
              <a:defRPr/>
            </a:lvl2pPr>
            <a:lvl3pPr marL="1950690" lvl="2" indent="-451549" algn="ctr">
              <a:spcBef>
                <a:spcPts val="2276"/>
              </a:spcBef>
              <a:spcAft>
                <a:spcPts val="0"/>
              </a:spcAft>
              <a:buSzPts val="1400"/>
              <a:buChar char="■"/>
              <a:defRPr/>
            </a:lvl3pPr>
            <a:lvl4pPr marL="2600919" lvl="3" indent="-451549" algn="ctr">
              <a:spcBef>
                <a:spcPts val="2276"/>
              </a:spcBef>
              <a:spcAft>
                <a:spcPts val="0"/>
              </a:spcAft>
              <a:buSzPts val="1400"/>
              <a:buChar char="●"/>
              <a:defRPr/>
            </a:lvl4pPr>
            <a:lvl5pPr marL="3251149" lvl="4" indent="-451549" algn="ctr">
              <a:spcBef>
                <a:spcPts val="2276"/>
              </a:spcBef>
              <a:spcAft>
                <a:spcPts val="0"/>
              </a:spcAft>
              <a:buSzPts val="1400"/>
              <a:buChar char="○"/>
              <a:defRPr/>
            </a:lvl5pPr>
            <a:lvl6pPr marL="3901379" lvl="5" indent="-451549" algn="ctr">
              <a:spcBef>
                <a:spcPts val="2276"/>
              </a:spcBef>
              <a:spcAft>
                <a:spcPts val="0"/>
              </a:spcAft>
              <a:buSzPts val="1400"/>
              <a:buChar char="■"/>
              <a:defRPr/>
            </a:lvl6pPr>
            <a:lvl7pPr marL="4551609" lvl="6" indent="-451549" algn="ctr">
              <a:spcBef>
                <a:spcPts val="2276"/>
              </a:spcBef>
              <a:spcAft>
                <a:spcPts val="0"/>
              </a:spcAft>
              <a:buSzPts val="1400"/>
              <a:buChar char="●"/>
              <a:defRPr/>
            </a:lvl7pPr>
            <a:lvl8pPr marL="5201839" lvl="7" indent="-451549" algn="ctr">
              <a:spcBef>
                <a:spcPts val="2276"/>
              </a:spcBef>
              <a:spcAft>
                <a:spcPts val="0"/>
              </a:spcAft>
              <a:buSzPts val="1400"/>
              <a:buChar char="○"/>
              <a:defRPr/>
            </a:lvl8pPr>
            <a:lvl9pPr marL="5852069" lvl="8" indent="-451549" algn="ctr">
              <a:spcBef>
                <a:spcPts val="2276"/>
              </a:spcBef>
              <a:spcAft>
                <a:spcPts val="2276"/>
              </a:spcAft>
              <a:buSzPts val="1400"/>
              <a:buChar char="■"/>
              <a:defRPr/>
            </a:lvl9pPr>
          </a:lstStyle>
          <a:p>
            <a:endParaRPr/>
          </a:p>
        </p:txBody>
      </p:sp>
      <p:sp>
        <p:nvSpPr>
          <p:cNvPr id="47" name="Google Shape;47;p11"/>
          <p:cNvSpPr txBox="1">
            <a:spLocks noGrp="1"/>
          </p:cNvSpPr>
          <p:nvPr>
            <p:ph type="sldNum" idx="12"/>
          </p:nvPr>
        </p:nvSpPr>
        <p:spPr>
          <a:xfrm>
            <a:off x="12049718" y="8842841"/>
            <a:ext cx="780373" cy="746382"/>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1577159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12049718" y="8842841"/>
            <a:ext cx="780373" cy="746382"/>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3621070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theme" Target="../theme/theme2.xml"/><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slideLayout" Target="../slideLayouts/slideLayout32.xml"/><Relationship Id="rId5" Type="http://schemas.openxmlformats.org/officeDocument/2006/relationships/slideLayout" Target="../slideLayouts/slideLayout26.xml"/><Relationship Id="rId10" Type="http://schemas.openxmlformats.org/officeDocument/2006/relationships/slideLayout" Target="../slideLayouts/slideLayout31.xml"/><Relationship Id="rId4" Type="http://schemas.openxmlformats.org/officeDocument/2006/relationships/slideLayout" Target="../slideLayouts/slideLayout25.xml"/><Relationship Id="rId9"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952500" y="444500"/>
            <a:ext cx="11099800" cy="2159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normAutofit/>
          </a:bodyPr>
          <a:lstStyle/>
          <a:p>
            <a:r>
              <a:t>Title Text</a:t>
            </a:r>
          </a:p>
        </p:txBody>
      </p:sp>
      <p:sp>
        <p:nvSpPr>
          <p:cNvPr id="3" name="Body Level One…"/>
          <p:cNvSpPr txBox="1">
            <a:spLocks noGrp="1"/>
          </p:cNvSpPr>
          <p:nvPr>
            <p:ph type="body" idx="1"/>
          </p:nvPr>
        </p:nvSpPr>
        <p:spPr>
          <a:xfrm>
            <a:off x="952500" y="2603500"/>
            <a:ext cx="11099800" cy="6286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chor="ctr">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6311798" y="9251950"/>
            <a:ext cx="368504" cy="381000"/>
          </a:xfrm>
          <a:prstGeom prst="rect">
            <a:avLst/>
          </a:prstGeom>
          <a:ln w="12700">
            <a:miter lim="400000"/>
          </a:ln>
        </p:spPr>
        <p:txBody>
          <a:bodyPr wrap="none" lIns="50800" tIns="50800" rIns="50800" bIns="50800">
            <a:spAutoFit/>
          </a:bodyPr>
          <a:lstStyle>
            <a:lvl1pPr>
              <a:defRPr sz="1800"/>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2" r:id="rId13"/>
    <p:sldLayoutId id="2147483663" r:id="rId14"/>
    <p:sldLayoutId id="2147483665" r:id="rId15"/>
    <p:sldLayoutId id="2147483667" r:id="rId16"/>
    <p:sldLayoutId id="2147483668" r:id="rId17"/>
    <p:sldLayoutId id="2147483669" r:id="rId18"/>
    <p:sldLayoutId id="2147483670" r:id="rId19"/>
    <p:sldLayoutId id="2147483671" r:id="rId20"/>
    <p:sldLayoutId id="2147483672" r:id="rId21"/>
  </p:sldLayoutIdLst>
  <p:transition spd="med"/>
  <p:txStyles>
    <p:titleStyle>
      <a:lvl1pPr marL="0" marR="0" indent="0" algn="ctr" defTabSz="584200" rtl="0" latinLnBrk="0">
        <a:lnSpc>
          <a:spcPct val="100000"/>
        </a:lnSpc>
        <a:spcBef>
          <a:spcPts val="0"/>
        </a:spcBef>
        <a:spcAft>
          <a:spcPts val="0"/>
        </a:spcAft>
        <a:buClrTx/>
        <a:buSzTx/>
        <a:buFontTx/>
        <a:buNone/>
        <a:tabLst/>
        <a:defRPr sz="8000" b="0" i="0" u="none" strike="noStrike" cap="none" spc="0" baseline="0">
          <a:solidFill>
            <a:srgbClr val="000000"/>
          </a:solidFill>
          <a:uFillTx/>
          <a:latin typeface="+mn-lt"/>
          <a:ea typeface="+mn-ea"/>
          <a:cs typeface="+mn-cs"/>
          <a:sym typeface="Helvetica Light"/>
        </a:defRPr>
      </a:lvl1pPr>
      <a:lvl2pPr marL="0" marR="0" indent="228600" algn="ctr" defTabSz="584200" rtl="0" latinLnBrk="0">
        <a:lnSpc>
          <a:spcPct val="100000"/>
        </a:lnSpc>
        <a:spcBef>
          <a:spcPts val="0"/>
        </a:spcBef>
        <a:spcAft>
          <a:spcPts val="0"/>
        </a:spcAft>
        <a:buClrTx/>
        <a:buSzTx/>
        <a:buFontTx/>
        <a:buNone/>
        <a:tabLst/>
        <a:defRPr sz="8000" b="0" i="0" u="none" strike="noStrike" cap="none" spc="0" baseline="0">
          <a:solidFill>
            <a:srgbClr val="000000"/>
          </a:solidFill>
          <a:uFillTx/>
          <a:latin typeface="+mn-lt"/>
          <a:ea typeface="+mn-ea"/>
          <a:cs typeface="+mn-cs"/>
          <a:sym typeface="Helvetica Light"/>
        </a:defRPr>
      </a:lvl2pPr>
      <a:lvl3pPr marL="0" marR="0" indent="457200" algn="ctr" defTabSz="584200" rtl="0" latinLnBrk="0">
        <a:lnSpc>
          <a:spcPct val="100000"/>
        </a:lnSpc>
        <a:spcBef>
          <a:spcPts val="0"/>
        </a:spcBef>
        <a:spcAft>
          <a:spcPts val="0"/>
        </a:spcAft>
        <a:buClrTx/>
        <a:buSzTx/>
        <a:buFontTx/>
        <a:buNone/>
        <a:tabLst/>
        <a:defRPr sz="8000" b="0" i="0" u="none" strike="noStrike" cap="none" spc="0" baseline="0">
          <a:solidFill>
            <a:srgbClr val="000000"/>
          </a:solidFill>
          <a:uFillTx/>
          <a:latin typeface="+mn-lt"/>
          <a:ea typeface="+mn-ea"/>
          <a:cs typeface="+mn-cs"/>
          <a:sym typeface="Helvetica Light"/>
        </a:defRPr>
      </a:lvl3pPr>
      <a:lvl4pPr marL="0" marR="0" indent="685800" algn="ctr" defTabSz="584200" rtl="0" latinLnBrk="0">
        <a:lnSpc>
          <a:spcPct val="100000"/>
        </a:lnSpc>
        <a:spcBef>
          <a:spcPts val="0"/>
        </a:spcBef>
        <a:spcAft>
          <a:spcPts val="0"/>
        </a:spcAft>
        <a:buClrTx/>
        <a:buSzTx/>
        <a:buFontTx/>
        <a:buNone/>
        <a:tabLst/>
        <a:defRPr sz="8000" b="0" i="0" u="none" strike="noStrike" cap="none" spc="0" baseline="0">
          <a:solidFill>
            <a:srgbClr val="000000"/>
          </a:solidFill>
          <a:uFillTx/>
          <a:latin typeface="+mn-lt"/>
          <a:ea typeface="+mn-ea"/>
          <a:cs typeface="+mn-cs"/>
          <a:sym typeface="Helvetica Light"/>
        </a:defRPr>
      </a:lvl4pPr>
      <a:lvl5pPr marL="0" marR="0" indent="914400" algn="ctr" defTabSz="584200" rtl="0" latinLnBrk="0">
        <a:lnSpc>
          <a:spcPct val="100000"/>
        </a:lnSpc>
        <a:spcBef>
          <a:spcPts val="0"/>
        </a:spcBef>
        <a:spcAft>
          <a:spcPts val="0"/>
        </a:spcAft>
        <a:buClrTx/>
        <a:buSzTx/>
        <a:buFontTx/>
        <a:buNone/>
        <a:tabLst/>
        <a:defRPr sz="8000" b="0" i="0" u="none" strike="noStrike" cap="none" spc="0" baseline="0">
          <a:solidFill>
            <a:srgbClr val="000000"/>
          </a:solidFill>
          <a:uFillTx/>
          <a:latin typeface="+mn-lt"/>
          <a:ea typeface="+mn-ea"/>
          <a:cs typeface="+mn-cs"/>
          <a:sym typeface="Helvetica Light"/>
        </a:defRPr>
      </a:lvl5pPr>
      <a:lvl6pPr marL="0" marR="0" indent="1143000" algn="ctr" defTabSz="584200" rtl="0" latinLnBrk="0">
        <a:lnSpc>
          <a:spcPct val="100000"/>
        </a:lnSpc>
        <a:spcBef>
          <a:spcPts val="0"/>
        </a:spcBef>
        <a:spcAft>
          <a:spcPts val="0"/>
        </a:spcAft>
        <a:buClrTx/>
        <a:buSzTx/>
        <a:buFontTx/>
        <a:buNone/>
        <a:tabLst/>
        <a:defRPr sz="8000" b="0" i="0" u="none" strike="noStrike" cap="none" spc="0" baseline="0">
          <a:solidFill>
            <a:srgbClr val="000000"/>
          </a:solidFill>
          <a:uFillTx/>
          <a:latin typeface="+mn-lt"/>
          <a:ea typeface="+mn-ea"/>
          <a:cs typeface="+mn-cs"/>
          <a:sym typeface="Helvetica Light"/>
        </a:defRPr>
      </a:lvl6pPr>
      <a:lvl7pPr marL="0" marR="0" indent="1371600" algn="ctr" defTabSz="584200" rtl="0" latinLnBrk="0">
        <a:lnSpc>
          <a:spcPct val="100000"/>
        </a:lnSpc>
        <a:spcBef>
          <a:spcPts val="0"/>
        </a:spcBef>
        <a:spcAft>
          <a:spcPts val="0"/>
        </a:spcAft>
        <a:buClrTx/>
        <a:buSzTx/>
        <a:buFontTx/>
        <a:buNone/>
        <a:tabLst/>
        <a:defRPr sz="8000" b="0" i="0" u="none" strike="noStrike" cap="none" spc="0" baseline="0">
          <a:solidFill>
            <a:srgbClr val="000000"/>
          </a:solidFill>
          <a:uFillTx/>
          <a:latin typeface="+mn-lt"/>
          <a:ea typeface="+mn-ea"/>
          <a:cs typeface="+mn-cs"/>
          <a:sym typeface="Helvetica Light"/>
        </a:defRPr>
      </a:lvl7pPr>
      <a:lvl8pPr marL="0" marR="0" indent="1600200" algn="ctr" defTabSz="584200" rtl="0" latinLnBrk="0">
        <a:lnSpc>
          <a:spcPct val="100000"/>
        </a:lnSpc>
        <a:spcBef>
          <a:spcPts val="0"/>
        </a:spcBef>
        <a:spcAft>
          <a:spcPts val="0"/>
        </a:spcAft>
        <a:buClrTx/>
        <a:buSzTx/>
        <a:buFontTx/>
        <a:buNone/>
        <a:tabLst/>
        <a:defRPr sz="8000" b="0" i="0" u="none" strike="noStrike" cap="none" spc="0" baseline="0">
          <a:solidFill>
            <a:srgbClr val="000000"/>
          </a:solidFill>
          <a:uFillTx/>
          <a:latin typeface="+mn-lt"/>
          <a:ea typeface="+mn-ea"/>
          <a:cs typeface="+mn-cs"/>
          <a:sym typeface="Helvetica Light"/>
        </a:defRPr>
      </a:lvl8pPr>
      <a:lvl9pPr marL="0" marR="0" indent="1828800" algn="ctr" defTabSz="584200" rtl="0" latinLnBrk="0">
        <a:lnSpc>
          <a:spcPct val="100000"/>
        </a:lnSpc>
        <a:spcBef>
          <a:spcPts val="0"/>
        </a:spcBef>
        <a:spcAft>
          <a:spcPts val="0"/>
        </a:spcAft>
        <a:buClrTx/>
        <a:buSzTx/>
        <a:buFontTx/>
        <a:buNone/>
        <a:tabLst/>
        <a:defRPr sz="8000" b="0" i="0" u="none" strike="noStrike" cap="none" spc="0" baseline="0">
          <a:solidFill>
            <a:srgbClr val="000000"/>
          </a:solidFill>
          <a:uFillTx/>
          <a:latin typeface="+mn-lt"/>
          <a:ea typeface="+mn-ea"/>
          <a:cs typeface="+mn-cs"/>
          <a:sym typeface="Helvetica Light"/>
        </a:defRPr>
      </a:lvl9pPr>
    </p:titleStyle>
    <p:bodyStyle>
      <a:lvl1pPr marL="0" marR="0" indent="0" algn="l" defTabSz="584200" rtl="0" latinLnBrk="0">
        <a:lnSpc>
          <a:spcPct val="100000"/>
        </a:lnSpc>
        <a:spcBef>
          <a:spcPts val="4200"/>
        </a:spcBef>
        <a:spcAft>
          <a:spcPts val="0"/>
        </a:spcAft>
        <a:buClrTx/>
        <a:buSzTx/>
        <a:buFontTx/>
        <a:buNone/>
        <a:tabLst/>
        <a:defRPr sz="3600" b="0" i="0" u="none" strike="noStrike" cap="none" spc="0" baseline="0">
          <a:solidFill>
            <a:srgbClr val="000000"/>
          </a:solidFill>
          <a:uFillTx/>
          <a:latin typeface="+mn-lt"/>
          <a:ea typeface="+mn-ea"/>
          <a:cs typeface="+mn-cs"/>
          <a:sym typeface="Helvetica Light"/>
        </a:defRPr>
      </a:lvl1pPr>
      <a:lvl2pPr marL="0" marR="0" indent="444500" algn="l" defTabSz="584200" rtl="0" latinLnBrk="0">
        <a:lnSpc>
          <a:spcPct val="100000"/>
        </a:lnSpc>
        <a:spcBef>
          <a:spcPts val="4200"/>
        </a:spcBef>
        <a:spcAft>
          <a:spcPts val="0"/>
        </a:spcAft>
        <a:buClrTx/>
        <a:buSzTx/>
        <a:buFontTx/>
        <a:buNone/>
        <a:tabLst/>
        <a:defRPr sz="3600" b="0" i="0" u="none" strike="noStrike" cap="none" spc="0" baseline="0">
          <a:solidFill>
            <a:srgbClr val="000000"/>
          </a:solidFill>
          <a:uFillTx/>
          <a:latin typeface="+mn-lt"/>
          <a:ea typeface="+mn-ea"/>
          <a:cs typeface="+mn-cs"/>
          <a:sym typeface="Helvetica Light"/>
        </a:defRPr>
      </a:lvl2pPr>
      <a:lvl3pPr marL="1333500" marR="0" indent="-444500" algn="l" defTabSz="584200" rtl="0" latinLnBrk="0">
        <a:lnSpc>
          <a:spcPct val="100000"/>
        </a:lnSpc>
        <a:spcBef>
          <a:spcPts val="4200"/>
        </a:spcBef>
        <a:spcAft>
          <a:spcPts val="0"/>
        </a:spcAft>
        <a:buClrTx/>
        <a:buSzPct val="75000"/>
        <a:buFontTx/>
        <a:buChar char="•"/>
        <a:tabLst/>
        <a:defRPr sz="3600" b="0" i="0" u="none" strike="noStrike" cap="none" spc="0" baseline="0">
          <a:solidFill>
            <a:srgbClr val="000000"/>
          </a:solidFill>
          <a:uFillTx/>
          <a:latin typeface="+mn-lt"/>
          <a:ea typeface="+mn-ea"/>
          <a:cs typeface="+mn-cs"/>
          <a:sym typeface="Helvetica Light"/>
        </a:defRPr>
      </a:lvl3pPr>
      <a:lvl4pPr marL="1778000" marR="0" indent="-444500" algn="l" defTabSz="584200" rtl="0" latinLnBrk="0">
        <a:lnSpc>
          <a:spcPct val="100000"/>
        </a:lnSpc>
        <a:spcBef>
          <a:spcPts val="4200"/>
        </a:spcBef>
        <a:spcAft>
          <a:spcPts val="0"/>
        </a:spcAft>
        <a:buClrTx/>
        <a:buSzPct val="75000"/>
        <a:buFontTx/>
        <a:buChar char="•"/>
        <a:tabLst/>
        <a:defRPr sz="3600" b="0" i="0" u="none" strike="noStrike" cap="none" spc="0" baseline="0">
          <a:solidFill>
            <a:srgbClr val="000000"/>
          </a:solidFill>
          <a:uFillTx/>
          <a:latin typeface="+mn-lt"/>
          <a:ea typeface="+mn-ea"/>
          <a:cs typeface="+mn-cs"/>
          <a:sym typeface="Helvetica Light"/>
        </a:defRPr>
      </a:lvl4pPr>
      <a:lvl5pPr marL="2222500" marR="0" indent="-444500" algn="l" defTabSz="584200" rtl="0" latinLnBrk="0">
        <a:lnSpc>
          <a:spcPct val="100000"/>
        </a:lnSpc>
        <a:spcBef>
          <a:spcPts val="4200"/>
        </a:spcBef>
        <a:spcAft>
          <a:spcPts val="0"/>
        </a:spcAft>
        <a:buClrTx/>
        <a:buSzPct val="75000"/>
        <a:buFontTx/>
        <a:buChar char="•"/>
        <a:tabLst/>
        <a:defRPr sz="3600" b="0" i="0" u="none" strike="noStrike" cap="none" spc="0" baseline="0">
          <a:solidFill>
            <a:srgbClr val="000000"/>
          </a:solidFill>
          <a:uFillTx/>
          <a:latin typeface="+mn-lt"/>
          <a:ea typeface="+mn-ea"/>
          <a:cs typeface="+mn-cs"/>
          <a:sym typeface="Helvetica Light"/>
        </a:defRPr>
      </a:lvl5pPr>
      <a:lvl6pPr marL="2667000" marR="0" indent="-444500" algn="l" defTabSz="584200" rtl="0" latinLnBrk="0">
        <a:lnSpc>
          <a:spcPct val="100000"/>
        </a:lnSpc>
        <a:spcBef>
          <a:spcPts val="4200"/>
        </a:spcBef>
        <a:spcAft>
          <a:spcPts val="0"/>
        </a:spcAft>
        <a:buClrTx/>
        <a:buSzPct val="75000"/>
        <a:buFontTx/>
        <a:buChar char="•"/>
        <a:tabLst/>
        <a:defRPr sz="3600" b="0" i="0" u="none" strike="noStrike" cap="none" spc="0" baseline="0">
          <a:solidFill>
            <a:srgbClr val="000000"/>
          </a:solidFill>
          <a:uFillTx/>
          <a:latin typeface="+mn-lt"/>
          <a:ea typeface="+mn-ea"/>
          <a:cs typeface="+mn-cs"/>
          <a:sym typeface="Helvetica Light"/>
        </a:defRPr>
      </a:lvl6pPr>
      <a:lvl7pPr marL="3111500" marR="0" indent="-444500" algn="l" defTabSz="584200" rtl="0" latinLnBrk="0">
        <a:lnSpc>
          <a:spcPct val="100000"/>
        </a:lnSpc>
        <a:spcBef>
          <a:spcPts val="4200"/>
        </a:spcBef>
        <a:spcAft>
          <a:spcPts val="0"/>
        </a:spcAft>
        <a:buClrTx/>
        <a:buSzPct val="75000"/>
        <a:buFontTx/>
        <a:buChar char="•"/>
        <a:tabLst/>
        <a:defRPr sz="3600" b="0" i="0" u="none" strike="noStrike" cap="none" spc="0" baseline="0">
          <a:solidFill>
            <a:srgbClr val="000000"/>
          </a:solidFill>
          <a:uFillTx/>
          <a:latin typeface="+mn-lt"/>
          <a:ea typeface="+mn-ea"/>
          <a:cs typeface="+mn-cs"/>
          <a:sym typeface="Helvetica Light"/>
        </a:defRPr>
      </a:lvl7pPr>
      <a:lvl8pPr marL="3556000" marR="0" indent="-444500" algn="l" defTabSz="584200" rtl="0" latinLnBrk="0">
        <a:lnSpc>
          <a:spcPct val="100000"/>
        </a:lnSpc>
        <a:spcBef>
          <a:spcPts val="4200"/>
        </a:spcBef>
        <a:spcAft>
          <a:spcPts val="0"/>
        </a:spcAft>
        <a:buClrTx/>
        <a:buSzPct val="75000"/>
        <a:buFontTx/>
        <a:buChar char="•"/>
        <a:tabLst/>
        <a:defRPr sz="3600" b="0" i="0" u="none" strike="noStrike" cap="none" spc="0" baseline="0">
          <a:solidFill>
            <a:srgbClr val="000000"/>
          </a:solidFill>
          <a:uFillTx/>
          <a:latin typeface="+mn-lt"/>
          <a:ea typeface="+mn-ea"/>
          <a:cs typeface="+mn-cs"/>
          <a:sym typeface="Helvetica Light"/>
        </a:defRPr>
      </a:lvl8pPr>
      <a:lvl9pPr marL="4000500" marR="0" indent="-444500" algn="l" defTabSz="584200" rtl="0" latinLnBrk="0">
        <a:lnSpc>
          <a:spcPct val="100000"/>
        </a:lnSpc>
        <a:spcBef>
          <a:spcPts val="4200"/>
        </a:spcBef>
        <a:spcAft>
          <a:spcPts val="0"/>
        </a:spcAft>
        <a:buClrTx/>
        <a:buSzPct val="75000"/>
        <a:buFontTx/>
        <a:buChar char="•"/>
        <a:tabLst/>
        <a:defRPr sz="3600" b="0" i="0" u="none" strike="noStrike" cap="none" spc="0" baseline="0">
          <a:solidFill>
            <a:srgbClr val="000000"/>
          </a:solidFill>
          <a:uFillTx/>
          <a:latin typeface="+mn-lt"/>
          <a:ea typeface="+mn-ea"/>
          <a:cs typeface="+mn-cs"/>
          <a:sym typeface="Helvetica Light"/>
        </a:defRPr>
      </a:lvl9pPr>
    </p:bodyStyle>
    <p:otherStyle>
      <a:lvl1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Light"/>
        </a:defRPr>
      </a:lvl1pPr>
      <a:lvl2pPr marL="0" marR="0" indent="2286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Light"/>
        </a:defRPr>
      </a:lvl2pPr>
      <a:lvl3pPr marL="0" marR="0" indent="4572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Light"/>
        </a:defRPr>
      </a:lvl3pPr>
      <a:lvl4pPr marL="0" marR="0" indent="6858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Light"/>
        </a:defRPr>
      </a:lvl4pPr>
      <a:lvl5pPr marL="0" marR="0" indent="9144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Light"/>
        </a:defRPr>
      </a:lvl5pPr>
      <a:lvl6pPr marL="0" marR="0" indent="11430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Light"/>
        </a:defRPr>
      </a:lvl6pPr>
      <a:lvl7pPr marL="0" marR="0" indent="13716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Light"/>
        </a:defRPr>
      </a:lvl7pPr>
      <a:lvl8pPr marL="0" marR="0" indent="16002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Light"/>
        </a:defRPr>
      </a:lvl8pPr>
      <a:lvl9pPr marL="0" marR="0" indent="182880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Ligh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43307" y="843899"/>
            <a:ext cx="12118187" cy="1086009"/>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443307" y="2185434"/>
            <a:ext cx="12118187" cy="6478507"/>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12049718" y="8842841"/>
            <a:ext cx="780373" cy="746382"/>
          </a:xfrm>
          <a:prstGeom prst="rect">
            <a:avLst/>
          </a:prstGeom>
          <a:noFill/>
          <a:ln>
            <a:noFill/>
          </a:ln>
        </p:spPr>
        <p:txBody>
          <a:bodyPr spcFirstLastPara="1" wrap="square" lIns="91425" tIns="91425" rIns="91425" bIns="91425" anchor="ctr" anchorCtr="0">
            <a:noAutofit/>
          </a:bodyPr>
          <a:lstStyle>
            <a:lvl1pPr lvl="0" algn="r">
              <a:buNone/>
              <a:defRPr sz="1422">
                <a:solidFill>
                  <a:schemeClr val="dk2"/>
                </a:solidFill>
              </a:defRPr>
            </a:lvl1pPr>
            <a:lvl2pPr lvl="1" algn="r">
              <a:buNone/>
              <a:defRPr sz="1422">
                <a:solidFill>
                  <a:schemeClr val="dk2"/>
                </a:solidFill>
              </a:defRPr>
            </a:lvl2pPr>
            <a:lvl3pPr lvl="2" algn="r">
              <a:buNone/>
              <a:defRPr sz="1422">
                <a:solidFill>
                  <a:schemeClr val="dk2"/>
                </a:solidFill>
              </a:defRPr>
            </a:lvl3pPr>
            <a:lvl4pPr lvl="3" algn="r">
              <a:buNone/>
              <a:defRPr sz="1422">
                <a:solidFill>
                  <a:schemeClr val="dk2"/>
                </a:solidFill>
              </a:defRPr>
            </a:lvl4pPr>
            <a:lvl5pPr lvl="4" algn="r">
              <a:buNone/>
              <a:defRPr sz="1422">
                <a:solidFill>
                  <a:schemeClr val="dk2"/>
                </a:solidFill>
              </a:defRPr>
            </a:lvl5pPr>
            <a:lvl6pPr lvl="5" algn="r">
              <a:buNone/>
              <a:defRPr sz="1422">
                <a:solidFill>
                  <a:schemeClr val="dk2"/>
                </a:solidFill>
              </a:defRPr>
            </a:lvl6pPr>
            <a:lvl7pPr lvl="6" algn="r">
              <a:buNone/>
              <a:defRPr sz="1422">
                <a:solidFill>
                  <a:schemeClr val="dk2"/>
                </a:solidFill>
              </a:defRPr>
            </a:lvl7pPr>
            <a:lvl8pPr lvl="7" algn="r">
              <a:buNone/>
              <a:defRPr sz="1422">
                <a:solidFill>
                  <a:schemeClr val="dk2"/>
                </a:solidFill>
              </a:defRPr>
            </a:lvl8pPr>
            <a:lvl9pPr lvl="8" algn="r">
              <a:buNone/>
              <a:defRPr sz="1422">
                <a:solidFill>
                  <a:schemeClr val="dk2"/>
                </a:solidFil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191199610"/>
      </p:ext>
    </p:extLst>
  </p:cSld>
  <p:clrMap bg1="lt1" tx1="dk1" bg2="dk2" tx2="lt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991"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hyperlink" Target="https://papers.ssrn.com/sol3/cf_dev/AbsByAuth.cfm?per_id=7627358" TargetMode="External"/><Relationship Id="rId2" Type="http://schemas.openxmlformats.org/officeDocument/2006/relationships/hyperlink" Target="https://papers.ssrn.com/sol3/cf_dev/AbsByAuth.cfm?per_id=11836308" TargetMode="External"/><Relationship Id="rId1" Type="http://schemas.openxmlformats.org/officeDocument/2006/relationships/slideLayout" Target="../slideLayouts/slideLayout6.xml"/><Relationship Id="rId4" Type="http://schemas.openxmlformats.org/officeDocument/2006/relationships/hyperlink" Target="https://papers.ssrn.com/sol3/cf_dev/AbsByAuth.cfm?per_id=4660775"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hyperlink" Target="http://drewconway.com/zia/2013/3/26/the-data-science-venn-diagram" TargetMode="External"/><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4.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SS5104:…"/>
          <p:cNvSpPr txBox="1">
            <a:spLocks noGrp="1"/>
          </p:cNvSpPr>
          <p:nvPr>
            <p:ph type="ctrTitle"/>
          </p:nvPr>
        </p:nvSpPr>
        <p:spPr>
          <a:prstGeom prst="rect">
            <a:avLst/>
          </a:prstGeom>
        </p:spPr>
        <p:txBody>
          <a:bodyPr>
            <a:normAutofit fontScale="90000"/>
          </a:bodyPr>
          <a:lstStyle/>
          <a:p>
            <a:pPr defTabSz="514095">
              <a:defRPr sz="7040"/>
            </a:pPr>
            <a:r>
              <a:rPr lang="en-GB" dirty="0"/>
              <a:t>PS4106</a:t>
            </a:r>
            <a:r>
              <a:rPr dirty="0"/>
              <a:t>:</a:t>
            </a:r>
          </a:p>
          <a:p>
            <a:pPr defTabSz="514095">
              <a:defRPr sz="7040"/>
            </a:pPr>
            <a:r>
              <a:rPr lang="en-GB" dirty="0"/>
              <a:t>Data Science for Psychology &amp; Neuroscience</a:t>
            </a:r>
            <a:endParaRPr dirty="0"/>
          </a:p>
        </p:txBody>
      </p:sp>
      <p:sp>
        <p:nvSpPr>
          <p:cNvPr id="226" name="Justin Ales…"/>
          <p:cNvSpPr txBox="1">
            <a:spLocks noGrp="1"/>
          </p:cNvSpPr>
          <p:nvPr>
            <p:ph type="subTitle" sz="quarter" idx="1"/>
          </p:nvPr>
        </p:nvSpPr>
        <p:spPr>
          <a:xfrm>
            <a:off x="1270000" y="5410200"/>
            <a:ext cx="10464800" cy="2002483"/>
          </a:xfrm>
          <a:prstGeom prst="rect">
            <a:avLst/>
          </a:prstGeom>
        </p:spPr>
        <p:txBody>
          <a:bodyPr/>
          <a:lstStyle/>
          <a:p>
            <a:r>
              <a:rPr dirty="0"/>
              <a:t>Justin Ales</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FD8B1-4986-D247-A278-F0C7DD87E156}"/>
              </a:ext>
            </a:extLst>
          </p:cNvPr>
          <p:cNvSpPr>
            <a:spLocks noGrp="1"/>
          </p:cNvSpPr>
          <p:nvPr>
            <p:ph type="title"/>
          </p:nvPr>
        </p:nvSpPr>
        <p:spPr/>
        <p:txBody>
          <a:bodyPr>
            <a:normAutofit/>
          </a:bodyPr>
          <a:lstStyle/>
          <a:p>
            <a:r>
              <a:rPr lang="en-US" dirty="0"/>
              <a:t>About</a:t>
            </a:r>
          </a:p>
        </p:txBody>
      </p:sp>
    </p:spTree>
    <p:extLst>
      <p:ext uri="{BB962C8B-B14F-4D97-AF65-F5344CB8AC3E}">
        <p14:creationId xmlns:p14="http://schemas.microsoft.com/office/powerpoint/2010/main" val="2375518132"/>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7FE4D6C6-66B8-9044-AC75-FA288B4AA0C5}"/>
              </a:ext>
            </a:extLst>
          </p:cNvPr>
          <p:cNvSpPr>
            <a:spLocks noGrp="1"/>
          </p:cNvSpPr>
          <p:nvPr>
            <p:ph type="title"/>
          </p:nvPr>
        </p:nvSpPr>
        <p:spPr/>
        <p:txBody>
          <a:bodyPr>
            <a:normAutofit fontScale="90000"/>
          </a:bodyPr>
          <a:lstStyle/>
          <a:p>
            <a:r>
              <a:rPr lang="en-US" dirty="0"/>
              <a:t>Assessments</a:t>
            </a:r>
          </a:p>
        </p:txBody>
      </p:sp>
      <p:sp>
        <p:nvSpPr>
          <p:cNvPr id="10" name="Text Placeholder 9">
            <a:extLst>
              <a:ext uri="{FF2B5EF4-FFF2-40B4-BE49-F238E27FC236}">
                <a16:creationId xmlns:a16="http://schemas.microsoft.com/office/drawing/2014/main" id="{F65DCA9F-D82A-9C43-8E1D-AFD3DF9E2401}"/>
              </a:ext>
            </a:extLst>
          </p:cNvPr>
          <p:cNvSpPr>
            <a:spLocks noGrp="1"/>
          </p:cNvSpPr>
          <p:nvPr>
            <p:ph type="body" idx="1"/>
          </p:nvPr>
        </p:nvSpPr>
        <p:spPr/>
        <p:txBody>
          <a:bodyPr/>
          <a:lstStyle/>
          <a:p>
            <a:r>
              <a:rPr lang="en-US" dirty="0"/>
              <a:t>2 assessments. </a:t>
            </a:r>
          </a:p>
          <a:p>
            <a:r>
              <a:rPr lang="en-GB" dirty="0"/>
              <a:t>Programming </a:t>
            </a:r>
            <a:r>
              <a:rPr lang="en-GB" dirty="0" err="1"/>
              <a:t>excercise</a:t>
            </a:r>
            <a:r>
              <a:rPr lang="en-GB" dirty="0"/>
              <a:t>: 25% due Thursday 1pm, week 7</a:t>
            </a:r>
          </a:p>
          <a:p>
            <a:r>
              <a:rPr lang="en-GB" dirty="0"/>
              <a:t>Final Project: 75%, Thursday, 1pm,  week 11 </a:t>
            </a:r>
            <a:endParaRPr lang="en-US" dirty="0"/>
          </a:p>
        </p:txBody>
      </p:sp>
    </p:spTree>
    <p:extLst>
      <p:ext uri="{BB962C8B-B14F-4D97-AF65-F5344CB8AC3E}">
        <p14:creationId xmlns:p14="http://schemas.microsoft.com/office/powerpoint/2010/main" val="1917384157"/>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7FE4D6C6-66B8-9044-AC75-FA288B4AA0C5}"/>
              </a:ext>
            </a:extLst>
          </p:cNvPr>
          <p:cNvSpPr>
            <a:spLocks noGrp="1"/>
          </p:cNvSpPr>
          <p:nvPr>
            <p:ph type="title"/>
          </p:nvPr>
        </p:nvSpPr>
        <p:spPr/>
        <p:txBody>
          <a:bodyPr>
            <a:normAutofit fontScale="90000"/>
          </a:bodyPr>
          <a:lstStyle/>
          <a:p>
            <a:r>
              <a:rPr lang="en-US" dirty="0"/>
              <a:t>Assessments</a:t>
            </a:r>
          </a:p>
        </p:txBody>
      </p:sp>
      <p:sp>
        <p:nvSpPr>
          <p:cNvPr id="10" name="Text Placeholder 9">
            <a:extLst>
              <a:ext uri="{FF2B5EF4-FFF2-40B4-BE49-F238E27FC236}">
                <a16:creationId xmlns:a16="http://schemas.microsoft.com/office/drawing/2014/main" id="{F65DCA9F-D82A-9C43-8E1D-AFD3DF9E2401}"/>
              </a:ext>
            </a:extLst>
          </p:cNvPr>
          <p:cNvSpPr>
            <a:spLocks noGrp="1"/>
          </p:cNvSpPr>
          <p:nvPr>
            <p:ph type="body" idx="1"/>
          </p:nvPr>
        </p:nvSpPr>
        <p:spPr/>
        <p:txBody>
          <a:bodyPr/>
          <a:lstStyle/>
          <a:p>
            <a:r>
              <a:rPr lang="en-GB" dirty="0"/>
              <a:t>Programming exercise will be a set of problems for you to answer.  These will be submitted as a “</a:t>
            </a:r>
            <a:r>
              <a:rPr lang="en-GB" dirty="0" err="1"/>
              <a:t>Jupyter</a:t>
            </a:r>
            <a:r>
              <a:rPr lang="en-GB" dirty="0"/>
              <a:t> Notebook” (We will introduce these this week)</a:t>
            </a:r>
          </a:p>
          <a:p>
            <a:endParaRPr lang="en-US" dirty="0"/>
          </a:p>
        </p:txBody>
      </p:sp>
    </p:spTree>
    <p:extLst>
      <p:ext uri="{BB962C8B-B14F-4D97-AF65-F5344CB8AC3E}">
        <p14:creationId xmlns:p14="http://schemas.microsoft.com/office/powerpoint/2010/main" val="588310735"/>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7FE4D6C6-66B8-9044-AC75-FA288B4AA0C5}"/>
              </a:ext>
            </a:extLst>
          </p:cNvPr>
          <p:cNvSpPr>
            <a:spLocks noGrp="1"/>
          </p:cNvSpPr>
          <p:nvPr>
            <p:ph type="title"/>
          </p:nvPr>
        </p:nvSpPr>
        <p:spPr/>
        <p:txBody>
          <a:bodyPr>
            <a:normAutofit fontScale="90000"/>
          </a:bodyPr>
          <a:lstStyle/>
          <a:p>
            <a:r>
              <a:rPr lang="en-GB" dirty="0"/>
              <a:t>Final Project</a:t>
            </a:r>
            <a:endParaRPr lang="en-US" dirty="0"/>
          </a:p>
        </p:txBody>
      </p:sp>
      <p:sp>
        <p:nvSpPr>
          <p:cNvPr id="10" name="Text Placeholder 9">
            <a:extLst>
              <a:ext uri="{FF2B5EF4-FFF2-40B4-BE49-F238E27FC236}">
                <a16:creationId xmlns:a16="http://schemas.microsoft.com/office/drawing/2014/main" id="{F65DCA9F-D82A-9C43-8E1D-AFD3DF9E2401}"/>
              </a:ext>
            </a:extLst>
          </p:cNvPr>
          <p:cNvSpPr>
            <a:spLocks noGrp="1"/>
          </p:cNvSpPr>
          <p:nvPr>
            <p:ph type="body" idx="1"/>
          </p:nvPr>
        </p:nvSpPr>
        <p:spPr/>
        <p:txBody>
          <a:bodyPr/>
          <a:lstStyle/>
          <a:p>
            <a:r>
              <a:rPr lang="en-US" dirty="0"/>
              <a:t>The last few weeks of devoted to developing your own mini data science project.  The exact topic will be free for you to choose. </a:t>
            </a:r>
          </a:p>
          <a:p>
            <a:r>
              <a:rPr lang="en-US" dirty="0"/>
              <a:t>I encourage you to pick something aligned with your dissertation topic.  </a:t>
            </a:r>
          </a:p>
          <a:p>
            <a:r>
              <a:rPr lang="en-US" dirty="0"/>
              <a:t>Submission will be a </a:t>
            </a:r>
            <a:r>
              <a:rPr lang="en-US" dirty="0" err="1"/>
              <a:t>Jupyter</a:t>
            </a:r>
            <a:r>
              <a:rPr lang="en-US" dirty="0"/>
              <a:t> notebook that implements </a:t>
            </a:r>
            <a:r>
              <a:rPr lang="en-US"/>
              <a:t>your project</a:t>
            </a:r>
          </a:p>
        </p:txBody>
      </p:sp>
      <p:sp>
        <p:nvSpPr>
          <p:cNvPr id="2" name="TextBox 1">
            <a:extLst>
              <a:ext uri="{FF2B5EF4-FFF2-40B4-BE49-F238E27FC236}">
                <a16:creationId xmlns:a16="http://schemas.microsoft.com/office/drawing/2014/main" id="{2C12ED59-990A-7345-BF06-713E0395B4DB}"/>
              </a:ext>
            </a:extLst>
          </p:cNvPr>
          <p:cNvSpPr txBox="1"/>
          <p:nvPr/>
        </p:nvSpPr>
        <p:spPr>
          <a:xfrm>
            <a:off x="11304244" y="5604672"/>
            <a:ext cx="102657" cy="65659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marL="0" marR="0" indent="0" algn="ctr" defTabSz="5842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n-lt"/>
              <a:ea typeface="+mn-ea"/>
              <a:cs typeface="+mn-cs"/>
              <a:sym typeface="Helvetica Light"/>
            </a:endParaRPr>
          </a:p>
        </p:txBody>
      </p:sp>
    </p:spTree>
    <p:extLst>
      <p:ext uri="{BB962C8B-B14F-4D97-AF65-F5344CB8AC3E}">
        <p14:creationId xmlns:p14="http://schemas.microsoft.com/office/powerpoint/2010/main" val="421343999"/>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CB443-7B01-2E86-3772-6671F35F6382}"/>
              </a:ext>
            </a:extLst>
          </p:cNvPr>
          <p:cNvSpPr>
            <a:spLocks noGrp="1"/>
          </p:cNvSpPr>
          <p:nvPr>
            <p:ph type="title"/>
          </p:nvPr>
        </p:nvSpPr>
        <p:spPr/>
        <p:txBody>
          <a:bodyPr>
            <a:normAutofit fontScale="90000"/>
          </a:bodyPr>
          <a:lstStyle/>
          <a:p>
            <a:r>
              <a:rPr lang="en-US" dirty="0"/>
              <a:t>AI</a:t>
            </a:r>
          </a:p>
        </p:txBody>
      </p:sp>
      <p:sp>
        <p:nvSpPr>
          <p:cNvPr id="3" name="Text Placeholder 2">
            <a:extLst>
              <a:ext uri="{FF2B5EF4-FFF2-40B4-BE49-F238E27FC236}">
                <a16:creationId xmlns:a16="http://schemas.microsoft.com/office/drawing/2014/main" id="{1059DA52-861A-5849-06EC-EFA19EC82E56}"/>
              </a:ext>
            </a:extLst>
          </p:cNvPr>
          <p:cNvSpPr>
            <a:spLocks noGrp="1"/>
          </p:cNvSpPr>
          <p:nvPr>
            <p:ph type="body" idx="1"/>
          </p:nvPr>
        </p:nvSpPr>
        <p:spPr/>
        <p:txBody>
          <a:bodyPr/>
          <a:lstStyle/>
          <a:p>
            <a:r>
              <a:rPr lang="en-US" dirty="0"/>
              <a:t>Large Language Models are an exciting technology</a:t>
            </a:r>
          </a:p>
          <a:p>
            <a:r>
              <a:rPr lang="en-US" dirty="0"/>
              <a:t>Use of AI will be allowed during the module both for exercises and for assessments.</a:t>
            </a:r>
          </a:p>
          <a:p>
            <a:endParaRPr lang="en-US" dirty="0"/>
          </a:p>
          <a:p>
            <a:r>
              <a:rPr lang="en-US" dirty="0"/>
              <a:t> </a:t>
            </a:r>
          </a:p>
        </p:txBody>
      </p:sp>
    </p:spTree>
    <p:extLst>
      <p:ext uri="{BB962C8B-B14F-4D97-AF65-F5344CB8AC3E}">
        <p14:creationId xmlns:p14="http://schemas.microsoft.com/office/powerpoint/2010/main" val="1765915831"/>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84694-A785-789F-DFD5-980E87A09A7A}"/>
              </a:ext>
            </a:extLst>
          </p:cNvPr>
          <p:cNvSpPr>
            <a:spLocks noGrp="1"/>
          </p:cNvSpPr>
          <p:nvPr>
            <p:ph type="title"/>
          </p:nvPr>
        </p:nvSpPr>
        <p:spPr/>
        <p:txBody>
          <a:bodyPr>
            <a:normAutofit fontScale="90000"/>
          </a:bodyPr>
          <a:lstStyle/>
          <a:p>
            <a:r>
              <a:rPr lang="en-US" dirty="0"/>
              <a:t>AI Warning</a:t>
            </a:r>
          </a:p>
        </p:txBody>
      </p:sp>
      <p:sp>
        <p:nvSpPr>
          <p:cNvPr id="3" name="Text Placeholder 2">
            <a:extLst>
              <a:ext uri="{FF2B5EF4-FFF2-40B4-BE49-F238E27FC236}">
                <a16:creationId xmlns:a16="http://schemas.microsoft.com/office/drawing/2014/main" id="{90566DBC-B281-280C-89F1-0BF05BB87986}"/>
              </a:ext>
            </a:extLst>
          </p:cNvPr>
          <p:cNvSpPr>
            <a:spLocks noGrp="1"/>
          </p:cNvSpPr>
          <p:nvPr>
            <p:ph type="body" idx="1"/>
          </p:nvPr>
        </p:nvSpPr>
        <p:spPr/>
        <p:txBody>
          <a:bodyPr/>
          <a:lstStyle/>
          <a:p>
            <a:r>
              <a:rPr lang="en-US" dirty="0"/>
              <a:t>Large Language Models are designed to convince you not to be correct.  They do get some things right and some things wrong.  But it almost always looks convincing. </a:t>
            </a:r>
          </a:p>
          <a:p>
            <a:r>
              <a:rPr lang="en-US" dirty="0"/>
              <a:t>Be skeptical (good advice for everything in data science actually). </a:t>
            </a:r>
          </a:p>
          <a:p>
            <a:r>
              <a:rPr lang="en-US" dirty="0"/>
              <a:t>AI does not correctly perform all tasks in this module (I’ve checked). At least not yet. </a:t>
            </a:r>
          </a:p>
          <a:p>
            <a:endParaRPr lang="en-US" dirty="0"/>
          </a:p>
        </p:txBody>
      </p:sp>
    </p:spTree>
    <p:extLst>
      <p:ext uri="{BB962C8B-B14F-4D97-AF65-F5344CB8AC3E}">
        <p14:creationId xmlns:p14="http://schemas.microsoft.com/office/powerpoint/2010/main" val="1271211549"/>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299F5-7C01-CBCC-DD0C-24B044D76DD2}"/>
              </a:ext>
            </a:extLst>
          </p:cNvPr>
          <p:cNvSpPr>
            <a:spLocks noGrp="1"/>
          </p:cNvSpPr>
          <p:nvPr>
            <p:ph type="title"/>
          </p:nvPr>
        </p:nvSpPr>
        <p:spPr/>
        <p:txBody>
          <a:bodyPr>
            <a:normAutofit fontScale="90000"/>
          </a:bodyPr>
          <a:lstStyle/>
          <a:p>
            <a:r>
              <a:rPr lang="en-US" dirty="0"/>
              <a:t>AI Requirements</a:t>
            </a:r>
          </a:p>
        </p:txBody>
      </p:sp>
      <p:sp>
        <p:nvSpPr>
          <p:cNvPr id="3" name="Text Placeholder 2">
            <a:extLst>
              <a:ext uri="{FF2B5EF4-FFF2-40B4-BE49-F238E27FC236}">
                <a16:creationId xmlns:a16="http://schemas.microsoft.com/office/drawing/2014/main" id="{7C085693-8E11-5A04-7ECE-1254A50FFB7C}"/>
              </a:ext>
            </a:extLst>
          </p:cNvPr>
          <p:cNvSpPr>
            <a:spLocks noGrp="1"/>
          </p:cNvSpPr>
          <p:nvPr>
            <p:ph type="body" idx="1"/>
          </p:nvPr>
        </p:nvSpPr>
        <p:spPr/>
        <p:txBody>
          <a:bodyPr/>
          <a:lstStyle/>
          <a:p>
            <a:r>
              <a:rPr lang="en-US" dirty="0"/>
              <a:t>If you do utilize AI you must disclose its use and describe how you use it.  </a:t>
            </a:r>
          </a:p>
          <a:p>
            <a:r>
              <a:rPr lang="en-US" dirty="0"/>
              <a:t>You also must not blindly trust its outputs and provide explicit tests/checks you did to verify. </a:t>
            </a:r>
          </a:p>
          <a:p>
            <a:r>
              <a:rPr lang="en-US" dirty="0"/>
              <a:t>You are ultimately responsible for everything you submit.</a:t>
            </a:r>
          </a:p>
        </p:txBody>
      </p:sp>
    </p:spTree>
    <p:extLst>
      <p:ext uri="{BB962C8B-B14F-4D97-AF65-F5344CB8AC3E}">
        <p14:creationId xmlns:p14="http://schemas.microsoft.com/office/powerpoint/2010/main" val="1026909741"/>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2CB443-7B01-2E86-3772-6671F35F6382}"/>
              </a:ext>
            </a:extLst>
          </p:cNvPr>
          <p:cNvSpPr>
            <a:spLocks noGrp="1"/>
          </p:cNvSpPr>
          <p:nvPr>
            <p:ph type="title"/>
          </p:nvPr>
        </p:nvSpPr>
        <p:spPr/>
        <p:txBody>
          <a:bodyPr>
            <a:normAutofit fontScale="90000"/>
          </a:bodyPr>
          <a:lstStyle/>
          <a:p>
            <a:r>
              <a:rPr lang="en-US" dirty="0"/>
              <a:t>AI</a:t>
            </a:r>
          </a:p>
        </p:txBody>
      </p:sp>
      <p:sp>
        <p:nvSpPr>
          <p:cNvPr id="3" name="Text Placeholder 2">
            <a:extLst>
              <a:ext uri="{FF2B5EF4-FFF2-40B4-BE49-F238E27FC236}">
                <a16:creationId xmlns:a16="http://schemas.microsoft.com/office/drawing/2014/main" id="{1059DA52-861A-5849-06EC-EFA19EC82E56}"/>
              </a:ext>
            </a:extLst>
          </p:cNvPr>
          <p:cNvSpPr>
            <a:spLocks noGrp="1"/>
          </p:cNvSpPr>
          <p:nvPr>
            <p:ph type="body" idx="1"/>
          </p:nvPr>
        </p:nvSpPr>
        <p:spPr/>
        <p:txBody>
          <a:bodyPr/>
          <a:lstStyle/>
          <a:p>
            <a:r>
              <a:rPr lang="en-US" dirty="0"/>
              <a:t>AI is rapidly evolving and this is brand new.  </a:t>
            </a:r>
          </a:p>
          <a:p>
            <a:r>
              <a:rPr lang="en-US" dirty="0"/>
              <a:t>There is not much prior experience in using AI therefore use of AI is experimental and subject to change. </a:t>
            </a:r>
          </a:p>
          <a:p>
            <a:endParaRPr lang="en-US" dirty="0"/>
          </a:p>
          <a:p>
            <a:r>
              <a:rPr lang="en-US" dirty="0"/>
              <a:t> </a:t>
            </a:r>
          </a:p>
        </p:txBody>
      </p:sp>
    </p:spTree>
    <p:extLst>
      <p:ext uri="{BB962C8B-B14F-4D97-AF65-F5344CB8AC3E}">
        <p14:creationId xmlns:p14="http://schemas.microsoft.com/office/powerpoint/2010/main" val="508855193"/>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912C88-7968-0C49-2122-4BD5988A61D0}"/>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10B538AC-6CAE-4D52-C6E9-51DE03A90500}"/>
              </a:ext>
            </a:extLst>
          </p:cNvPr>
          <p:cNvSpPr>
            <a:spLocks noGrp="1"/>
          </p:cNvSpPr>
          <p:nvPr>
            <p:ph type="body" idx="1"/>
          </p:nvPr>
        </p:nvSpPr>
        <p:spPr/>
        <p:txBody>
          <a:bodyPr>
            <a:normAutofit fontScale="92500" lnSpcReduction="10000"/>
          </a:bodyPr>
          <a:lstStyle/>
          <a:p>
            <a:r>
              <a:rPr lang="en-GB" dirty="0">
                <a:hlinkClick r:id="rId2" tooltip="View other papers by this author"/>
              </a:rPr>
              <a:t>David Stromberg</a:t>
            </a:r>
            <a:endParaRPr lang="en-GB" dirty="0"/>
          </a:p>
          <a:p>
            <a:r>
              <a:rPr lang="en-GB" dirty="0"/>
              <a:t>Stockholm University</a:t>
            </a:r>
          </a:p>
          <a:p>
            <a:r>
              <a:rPr lang="en-GB" dirty="0">
                <a:hlinkClick r:id="rId3" tooltip="View other papers by this author"/>
              </a:rPr>
              <a:t>Victor Lei</a:t>
            </a:r>
            <a:endParaRPr lang="en-GB" dirty="0"/>
          </a:p>
          <a:p>
            <a:r>
              <a:rPr lang="en-GB" dirty="0"/>
              <a:t>The University of Hong Kong - University of Hong Kong</a:t>
            </a:r>
          </a:p>
          <a:p>
            <a:r>
              <a:rPr lang="en-GB" dirty="0">
                <a:hlinkClick r:id="rId4" tooltip="View other papers by this author"/>
              </a:rPr>
              <a:t>Yanhui Wu</a:t>
            </a:r>
            <a:endParaRPr lang="en-GB" dirty="0"/>
          </a:p>
          <a:p>
            <a:r>
              <a:rPr lang="en-GB" dirty="0"/>
              <a:t>University of Hong Kong; Centre for Economic Policy Research (CEPR)</a:t>
            </a:r>
          </a:p>
          <a:p>
            <a:endParaRPr lang="en-US" dirty="0"/>
          </a:p>
        </p:txBody>
      </p:sp>
    </p:spTree>
    <p:extLst>
      <p:ext uri="{BB962C8B-B14F-4D97-AF65-F5344CB8AC3E}">
        <p14:creationId xmlns:p14="http://schemas.microsoft.com/office/powerpoint/2010/main" val="326419308"/>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C42F7-CB0E-66EF-26C3-A9D640ECE7E4}"/>
              </a:ext>
            </a:extLst>
          </p:cNvPr>
          <p:cNvSpPr>
            <a:spLocks noGrp="1"/>
          </p:cNvSpPr>
          <p:nvPr>
            <p:ph type="title"/>
          </p:nvPr>
        </p:nvSpPr>
        <p:spPr/>
        <p:txBody>
          <a:bodyPr>
            <a:normAutofit fontScale="90000"/>
          </a:bodyPr>
          <a:lstStyle/>
          <a:p>
            <a:r>
              <a:rPr lang="en-GB" dirty="0"/>
              <a:t>The Generative AI Learning Penalty: Evidence from Chinese Secondary Education</a:t>
            </a:r>
            <a:endParaRPr lang="en-US" dirty="0"/>
          </a:p>
        </p:txBody>
      </p:sp>
      <p:sp>
        <p:nvSpPr>
          <p:cNvPr id="3" name="Text Placeholder 2">
            <a:extLst>
              <a:ext uri="{FF2B5EF4-FFF2-40B4-BE49-F238E27FC236}">
                <a16:creationId xmlns:a16="http://schemas.microsoft.com/office/drawing/2014/main" id="{C3E62EE1-8A83-67C9-BA96-2134BDABCE9D}"/>
              </a:ext>
            </a:extLst>
          </p:cNvPr>
          <p:cNvSpPr>
            <a:spLocks noGrp="1"/>
          </p:cNvSpPr>
          <p:nvPr>
            <p:ph type="body" sz="quarter" idx="1"/>
          </p:nvPr>
        </p:nvSpPr>
        <p:spPr>
          <a:xfrm>
            <a:off x="1270000" y="5747657"/>
            <a:ext cx="10464800" cy="1130300"/>
          </a:xfrm>
        </p:spPr>
        <p:txBody>
          <a:bodyPr>
            <a:normAutofit/>
          </a:bodyPr>
          <a:lstStyle/>
          <a:p>
            <a:r>
              <a:rPr lang="en-US" dirty="0"/>
              <a:t>David Stromberg, Victor Lei, </a:t>
            </a:r>
            <a:r>
              <a:rPr lang="en-US" dirty="0" err="1"/>
              <a:t>Yanhui</a:t>
            </a:r>
            <a:r>
              <a:rPr lang="en-US" dirty="0"/>
              <a:t> Wu</a:t>
            </a:r>
          </a:p>
          <a:p>
            <a:r>
              <a:rPr lang="en-US" dirty="0"/>
              <a:t>SSRN</a:t>
            </a:r>
          </a:p>
        </p:txBody>
      </p:sp>
    </p:spTree>
    <p:extLst>
      <p:ext uri="{BB962C8B-B14F-4D97-AF65-F5344CB8AC3E}">
        <p14:creationId xmlns:p14="http://schemas.microsoft.com/office/powerpoint/2010/main" val="2891113222"/>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3CC0A18-23E5-355B-73C1-972100AB03B1}"/>
              </a:ext>
            </a:extLst>
          </p:cNvPr>
          <p:cNvPicPr>
            <a:picLocks noChangeAspect="1"/>
          </p:cNvPicPr>
          <p:nvPr/>
        </p:nvPicPr>
        <p:blipFill>
          <a:blip r:embed="rId2"/>
          <a:stretch>
            <a:fillRect/>
          </a:stretch>
        </p:blipFill>
        <p:spPr>
          <a:xfrm>
            <a:off x="500743" y="0"/>
            <a:ext cx="10779199" cy="9640552"/>
          </a:xfrm>
          <a:prstGeom prst="rect">
            <a:avLst/>
          </a:prstGeom>
        </p:spPr>
      </p:pic>
      <p:pic>
        <p:nvPicPr>
          <p:cNvPr id="3" name="Picture 2">
            <a:extLst>
              <a:ext uri="{FF2B5EF4-FFF2-40B4-BE49-F238E27FC236}">
                <a16:creationId xmlns:a16="http://schemas.microsoft.com/office/drawing/2014/main" id="{C43EC13F-EC06-12D6-DD9A-B2CCF5748E44}"/>
              </a:ext>
            </a:extLst>
          </p:cNvPr>
          <p:cNvPicPr>
            <a:picLocks noChangeAspect="1"/>
          </p:cNvPicPr>
          <p:nvPr/>
        </p:nvPicPr>
        <p:blipFill>
          <a:blip r:embed="rId3"/>
          <a:stretch>
            <a:fillRect/>
          </a:stretch>
        </p:blipFill>
        <p:spPr>
          <a:xfrm>
            <a:off x="7676242" y="1785256"/>
            <a:ext cx="5328558" cy="3035019"/>
          </a:xfrm>
          <a:prstGeom prst="rect">
            <a:avLst/>
          </a:prstGeom>
        </p:spPr>
      </p:pic>
      <p:pic>
        <p:nvPicPr>
          <p:cNvPr id="4" name="Picture 3">
            <a:extLst>
              <a:ext uri="{FF2B5EF4-FFF2-40B4-BE49-F238E27FC236}">
                <a16:creationId xmlns:a16="http://schemas.microsoft.com/office/drawing/2014/main" id="{E0D557A1-4995-B4AF-5DD6-72155C49C0F4}"/>
              </a:ext>
            </a:extLst>
          </p:cNvPr>
          <p:cNvPicPr>
            <a:picLocks noChangeAspect="1"/>
          </p:cNvPicPr>
          <p:nvPr/>
        </p:nvPicPr>
        <p:blipFill>
          <a:blip r:embed="rId3"/>
          <a:stretch>
            <a:fillRect/>
          </a:stretch>
        </p:blipFill>
        <p:spPr>
          <a:xfrm>
            <a:off x="7676242" y="5712904"/>
            <a:ext cx="5328558" cy="3035019"/>
          </a:xfrm>
          <a:prstGeom prst="rect">
            <a:avLst/>
          </a:prstGeom>
        </p:spPr>
      </p:pic>
    </p:spTree>
    <p:extLst>
      <p:ext uri="{BB962C8B-B14F-4D97-AF65-F5344CB8AC3E}">
        <p14:creationId xmlns:p14="http://schemas.microsoft.com/office/powerpoint/2010/main" val="4002272578"/>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18D86CA-9948-71DC-0B50-859690A18D5E}"/>
              </a:ext>
            </a:extLst>
          </p:cNvPr>
          <p:cNvPicPr>
            <a:picLocks noChangeAspect="1"/>
          </p:cNvPicPr>
          <p:nvPr/>
        </p:nvPicPr>
        <p:blipFill>
          <a:blip r:embed="rId2"/>
          <a:stretch>
            <a:fillRect/>
          </a:stretch>
        </p:blipFill>
        <p:spPr>
          <a:xfrm>
            <a:off x="-447387" y="1807028"/>
            <a:ext cx="13899574" cy="4933043"/>
          </a:xfrm>
          <a:prstGeom prst="rect">
            <a:avLst/>
          </a:prstGeom>
        </p:spPr>
      </p:pic>
      <p:pic>
        <p:nvPicPr>
          <p:cNvPr id="3" name="Picture 2">
            <a:extLst>
              <a:ext uri="{FF2B5EF4-FFF2-40B4-BE49-F238E27FC236}">
                <a16:creationId xmlns:a16="http://schemas.microsoft.com/office/drawing/2014/main" id="{DA68923B-5C9F-D044-4973-30764858F9CD}"/>
              </a:ext>
            </a:extLst>
          </p:cNvPr>
          <p:cNvPicPr>
            <a:picLocks noChangeAspect="1"/>
          </p:cNvPicPr>
          <p:nvPr/>
        </p:nvPicPr>
        <p:blipFill>
          <a:blip r:embed="rId3"/>
          <a:stretch>
            <a:fillRect/>
          </a:stretch>
        </p:blipFill>
        <p:spPr>
          <a:xfrm>
            <a:off x="7525628" y="2438399"/>
            <a:ext cx="9471100" cy="4366986"/>
          </a:xfrm>
          <a:prstGeom prst="rect">
            <a:avLst/>
          </a:prstGeom>
        </p:spPr>
      </p:pic>
    </p:spTree>
    <p:extLst>
      <p:ext uri="{BB962C8B-B14F-4D97-AF65-F5344CB8AC3E}">
        <p14:creationId xmlns:p14="http://schemas.microsoft.com/office/powerpoint/2010/main" val="3413968172"/>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93169-9E9D-CBA8-01C6-72CB7C56989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73F1961-4F6C-2CF4-43B2-8B2367DFB2C4}"/>
              </a:ext>
            </a:extLst>
          </p:cNvPr>
          <p:cNvPicPr>
            <a:picLocks noChangeAspect="1"/>
          </p:cNvPicPr>
          <p:nvPr/>
        </p:nvPicPr>
        <p:blipFill>
          <a:blip r:embed="rId3"/>
          <a:stretch>
            <a:fillRect/>
          </a:stretch>
        </p:blipFill>
        <p:spPr>
          <a:xfrm>
            <a:off x="-180594" y="228600"/>
            <a:ext cx="13365987" cy="9296400"/>
          </a:xfrm>
          <a:prstGeom prst="rect">
            <a:avLst/>
          </a:prstGeom>
        </p:spPr>
      </p:pic>
      <p:sp>
        <p:nvSpPr>
          <p:cNvPr id="2" name="Rectangle 1">
            <a:extLst>
              <a:ext uri="{FF2B5EF4-FFF2-40B4-BE49-F238E27FC236}">
                <a16:creationId xmlns:a16="http://schemas.microsoft.com/office/drawing/2014/main" id="{88798ABC-41E6-42EF-7F66-22270CEC0736}"/>
              </a:ext>
            </a:extLst>
          </p:cNvPr>
          <p:cNvSpPr/>
          <p:nvPr/>
        </p:nvSpPr>
        <p:spPr>
          <a:xfrm>
            <a:off x="1807029" y="1741714"/>
            <a:ext cx="10646228" cy="4354286"/>
          </a:xfrm>
          <a:prstGeom prst="rect">
            <a:avLst/>
          </a:prstGeom>
          <a:solidFill>
            <a:schemeClr val="bg1"/>
          </a:solid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584200" rtl="0" fontAlgn="auto" latinLnBrk="0" hangingPunct="0">
              <a:lnSpc>
                <a:spcPct val="100000"/>
              </a:lnSpc>
              <a:spcBef>
                <a:spcPts val="0"/>
              </a:spcBef>
              <a:spcAft>
                <a:spcPts val="0"/>
              </a:spcAft>
              <a:buClrTx/>
              <a:buSzTx/>
              <a:buFontTx/>
              <a:buNone/>
              <a:tabLst/>
            </a:pPr>
            <a:endParaRPr kumimoji="0" lang="en-US" sz="2400" b="0" i="0" u="none" strike="noStrike" cap="none" spc="0" normalizeH="0" baseline="0">
              <a:ln>
                <a:noFill/>
              </a:ln>
              <a:solidFill>
                <a:srgbClr val="FFFFFF"/>
              </a:solidFill>
              <a:effectLst/>
              <a:uFillTx/>
              <a:latin typeface="+mn-lt"/>
              <a:ea typeface="+mn-ea"/>
              <a:cs typeface="+mn-cs"/>
              <a:sym typeface="Helvetica Light"/>
            </a:endParaRPr>
          </a:p>
        </p:txBody>
      </p:sp>
    </p:spTree>
    <p:extLst>
      <p:ext uri="{BB962C8B-B14F-4D97-AF65-F5344CB8AC3E}">
        <p14:creationId xmlns:p14="http://schemas.microsoft.com/office/powerpoint/2010/main" val="3984793858"/>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328F147-DBF5-4F8E-774D-4271A9AF3D5D}"/>
              </a:ext>
            </a:extLst>
          </p:cNvPr>
          <p:cNvPicPr>
            <a:picLocks noChangeAspect="1"/>
          </p:cNvPicPr>
          <p:nvPr/>
        </p:nvPicPr>
        <p:blipFill>
          <a:blip r:embed="rId3"/>
          <a:stretch>
            <a:fillRect/>
          </a:stretch>
        </p:blipFill>
        <p:spPr>
          <a:xfrm>
            <a:off x="-180594" y="228600"/>
            <a:ext cx="13365987" cy="9296400"/>
          </a:xfrm>
          <a:prstGeom prst="rect">
            <a:avLst/>
          </a:prstGeom>
        </p:spPr>
      </p:pic>
    </p:spTree>
    <p:extLst>
      <p:ext uri="{BB962C8B-B14F-4D97-AF65-F5344CB8AC3E}">
        <p14:creationId xmlns:p14="http://schemas.microsoft.com/office/powerpoint/2010/main" val="168034779"/>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167"/>
        <p:cNvGrpSpPr/>
        <p:nvPr/>
      </p:nvGrpSpPr>
      <p:grpSpPr>
        <a:xfrm>
          <a:off x="0" y="0"/>
          <a:ext cx="0" cy="0"/>
          <a:chOff x="0" y="0"/>
          <a:chExt cx="0" cy="0"/>
        </a:xfrm>
      </p:grpSpPr>
      <p:sp>
        <p:nvSpPr>
          <p:cNvPr id="168" name="Google Shape;168;p27"/>
          <p:cNvSpPr txBox="1">
            <a:spLocks noGrp="1"/>
          </p:cNvSpPr>
          <p:nvPr>
            <p:ph type="title"/>
          </p:nvPr>
        </p:nvSpPr>
        <p:spPr>
          <a:xfrm>
            <a:off x="229335" y="1814021"/>
            <a:ext cx="4659662" cy="1524602"/>
          </a:xfrm>
          <a:prstGeom prst="rect">
            <a:avLst/>
          </a:prstGeom>
        </p:spPr>
        <p:txBody>
          <a:bodyPr spcFirstLastPara="1" wrap="square" lIns="130027" tIns="130027" rIns="130027" bIns="130027" anchor="t" anchorCtr="0">
            <a:noAutofit/>
          </a:bodyPr>
          <a:lstStyle/>
          <a:p>
            <a:r>
              <a:rPr lang="en" dirty="0"/>
              <a:t>What is</a:t>
            </a:r>
            <a:endParaRPr dirty="0"/>
          </a:p>
        </p:txBody>
      </p:sp>
      <p:sp>
        <p:nvSpPr>
          <p:cNvPr id="169" name="Google Shape;169;p27"/>
          <p:cNvSpPr txBox="1">
            <a:spLocks noGrp="1"/>
          </p:cNvSpPr>
          <p:nvPr>
            <p:ph type="body" idx="1"/>
          </p:nvPr>
        </p:nvSpPr>
        <p:spPr>
          <a:xfrm>
            <a:off x="5750293" y="2232355"/>
            <a:ext cx="6695680" cy="4669867"/>
          </a:xfrm>
          <a:prstGeom prst="rect">
            <a:avLst/>
          </a:prstGeom>
        </p:spPr>
        <p:txBody>
          <a:bodyPr spcFirstLastPara="1" wrap="square" lIns="130027" tIns="130027" rIns="130027" bIns="130027" anchor="t" anchorCtr="0">
            <a:noAutofit/>
          </a:bodyPr>
          <a:lstStyle/>
          <a:p>
            <a:pPr indent="-505734">
              <a:lnSpc>
                <a:spcPct val="100000"/>
              </a:lnSpc>
              <a:spcBef>
                <a:spcPts val="683"/>
              </a:spcBef>
              <a:buClr>
                <a:schemeClr val="dk1"/>
              </a:buClr>
              <a:buSzPts val="2000"/>
              <a:buFont typeface="Calibri"/>
              <a:buChar char="●"/>
            </a:pPr>
            <a:r>
              <a:rPr lang="en" sz="2844">
                <a:solidFill>
                  <a:schemeClr val="dk1"/>
                </a:solidFill>
                <a:latin typeface="Calibri"/>
                <a:ea typeface="Calibri"/>
                <a:cs typeface="Calibri"/>
                <a:sym typeface="Calibri"/>
              </a:rPr>
              <a:t>Data science is a fundamentally interdisciplinary field.</a:t>
            </a:r>
            <a:endParaRPr sz="2844">
              <a:solidFill>
                <a:schemeClr val="dk1"/>
              </a:solidFill>
              <a:latin typeface="Calibri"/>
              <a:ea typeface="Calibri"/>
              <a:cs typeface="Calibri"/>
              <a:sym typeface="Calibri"/>
            </a:endParaRPr>
          </a:p>
          <a:p>
            <a:pPr indent="-505734">
              <a:lnSpc>
                <a:spcPct val="100000"/>
              </a:lnSpc>
              <a:buClr>
                <a:schemeClr val="dk1"/>
              </a:buClr>
              <a:buSzPts val="2000"/>
              <a:buFont typeface="Calibri"/>
              <a:buChar char="●"/>
            </a:pPr>
            <a:r>
              <a:rPr lang="en" sz="2844">
                <a:solidFill>
                  <a:schemeClr val="dk1"/>
                </a:solidFill>
                <a:latin typeface="Calibri"/>
                <a:ea typeface="Calibri"/>
                <a:cs typeface="Calibri"/>
                <a:sym typeface="Calibri"/>
              </a:rPr>
              <a:t>It is the application of data centric, computational, and inferential thinking to:</a:t>
            </a:r>
            <a:endParaRPr sz="2844">
              <a:solidFill>
                <a:schemeClr val="dk1"/>
              </a:solidFill>
              <a:latin typeface="Calibri"/>
              <a:ea typeface="Calibri"/>
              <a:cs typeface="Calibri"/>
              <a:sym typeface="Calibri"/>
            </a:endParaRPr>
          </a:p>
          <a:p>
            <a:pPr lvl="1" indent="-505734">
              <a:lnSpc>
                <a:spcPct val="100000"/>
              </a:lnSpc>
              <a:spcBef>
                <a:spcPts val="0"/>
              </a:spcBef>
              <a:buClr>
                <a:schemeClr val="dk1"/>
              </a:buClr>
              <a:buSzPts val="2000"/>
              <a:buFont typeface="Calibri"/>
              <a:buChar char="○"/>
            </a:pPr>
            <a:r>
              <a:rPr lang="en" sz="2844">
                <a:solidFill>
                  <a:schemeClr val="dk1"/>
                </a:solidFill>
                <a:latin typeface="Calibri"/>
                <a:ea typeface="Calibri"/>
                <a:cs typeface="Calibri"/>
                <a:sym typeface="Calibri"/>
              </a:rPr>
              <a:t>Understand the world (science).</a:t>
            </a:r>
            <a:endParaRPr sz="2844">
              <a:solidFill>
                <a:schemeClr val="dk1"/>
              </a:solidFill>
              <a:latin typeface="Calibri"/>
              <a:ea typeface="Calibri"/>
              <a:cs typeface="Calibri"/>
              <a:sym typeface="Calibri"/>
            </a:endParaRPr>
          </a:p>
          <a:p>
            <a:pPr lvl="1" indent="-505734">
              <a:lnSpc>
                <a:spcPct val="100000"/>
              </a:lnSpc>
              <a:spcBef>
                <a:spcPts val="0"/>
              </a:spcBef>
              <a:buClr>
                <a:schemeClr val="dk1"/>
              </a:buClr>
              <a:buSzPts val="2000"/>
              <a:buFont typeface="Calibri"/>
              <a:buChar char="○"/>
            </a:pPr>
            <a:r>
              <a:rPr lang="en" sz="2844">
                <a:solidFill>
                  <a:schemeClr val="dk1"/>
                </a:solidFill>
                <a:latin typeface="Calibri"/>
                <a:ea typeface="Calibri"/>
                <a:cs typeface="Calibri"/>
                <a:sym typeface="Calibri"/>
              </a:rPr>
              <a:t>Solve problems (engineering).</a:t>
            </a:r>
            <a:endParaRPr sz="2844">
              <a:solidFill>
                <a:schemeClr val="dk1"/>
              </a:solidFill>
              <a:latin typeface="Calibri"/>
              <a:ea typeface="Calibri"/>
              <a:cs typeface="Calibri"/>
              <a:sym typeface="Calibri"/>
            </a:endParaRPr>
          </a:p>
          <a:p>
            <a:pPr indent="-505734">
              <a:lnSpc>
                <a:spcPct val="100000"/>
              </a:lnSpc>
              <a:spcBef>
                <a:spcPts val="683"/>
              </a:spcBef>
              <a:buClr>
                <a:schemeClr val="dk1"/>
              </a:buClr>
              <a:buSzPts val="2000"/>
              <a:buFont typeface="Calibri"/>
              <a:buChar char="●"/>
            </a:pPr>
            <a:r>
              <a:rPr lang="en" sz="2844">
                <a:solidFill>
                  <a:schemeClr val="dk1"/>
                </a:solidFill>
                <a:latin typeface="Calibri"/>
                <a:ea typeface="Calibri"/>
                <a:cs typeface="Calibri"/>
                <a:sym typeface="Calibri"/>
              </a:rPr>
              <a:t>It involves exploration, prediction, and inference.</a:t>
            </a:r>
            <a:endParaRPr/>
          </a:p>
        </p:txBody>
      </p:sp>
      <p:sp>
        <p:nvSpPr>
          <p:cNvPr id="170" name="Google Shape;170;p27"/>
          <p:cNvSpPr txBox="1"/>
          <p:nvPr/>
        </p:nvSpPr>
        <p:spPr>
          <a:xfrm>
            <a:off x="8910336" y="9050158"/>
            <a:ext cx="3881813" cy="441173"/>
          </a:xfrm>
          <a:prstGeom prst="rect">
            <a:avLst/>
          </a:prstGeom>
          <a:noFill/>
          <a:ln>
            <a:noFill/>
          </a:ln>
        </p:spPr>
        <p:txBody>
          <a:bodyPr spcFirstLastPara="1" wrap="square" lIns="130027" tIns="130027" rIns="130027" bIns="130027" anchor="t" anchorCtr="0">
            <a:noAutofit/>
          </a:bodyPr>
          <a:lstStyle/>
          <a:p>
            <a:pPr algn="l" defTabSz="1300460" hangingPunct="1">
              <a:buClr>
                <a:srgbClr val="000000"/>
              </a:buClr>
            </a:pPr>
            <a:r>
              <a:rPr lang="en" sz="1849" i="1" dirty="0">
                <a:latin typeface="Arial"/>
                <a:cs typeface="Arial"/>
                <a:sym typeface="Arial"/>
              </a:rPr>
              <a:t>Source: Data 100 </a:t>
            </a:r>
            <a:r>
              <a:rPr lang="en" sz="1849" i="1" dirty="0" err="1">
                <a:latin typeface="Arial"/>
                <a:cs typeface="Arial"/>
                <a:sym typeface="Arial"/>
              </a:rPr>
              <a:t>Fal</a:t>
            </a:r>
            <a:r>
              <a:rPr lang="en" sz="1849" i="1" dirty="0">
                <a:latin typeface="Arial"/>
                <a:cs typeface="Arial"/>
                <a:sym typeface="Arial"/>
              </a:rPr>
              <a:t> 2019 Slides</a:t>
            </a:r>
            <a:endParaRPr sz="1849" i="1" dirty="0">
              <a:latin typeface="Arial"/>
              <a:cs typeface="Arial"/>
              <a:sym typeface="Arial"/>
            </a:endParaRPr>
          </a:p>
        </p:txBody>
      </p:sp>
      <p:pic>
        <p:nvPicPr>
          <p:cNvPr id="171" name="Google Shape;171;p27"/>
          <p:cNvPicPr preferRelativeResize="0"/>
          <p:nvPr/>
        </p:nvPicPr>
        <p:blipFill>
          <a:blip r:embed="rId3">
            <a:alphaModFix/>
          </a:blip>
          <a:stretch>
            <a:fillRect/>
          </a:stretch>
        </p:blipFill>
        <p:spPr>
          <a:xfrm>
            <a:off x="1287004" y="3045227"/>
            <a:ext cx="3251200" cy="3251200"/>
          </a:xfrm>
          <a:prstGeom prst="rect">
            <a:avLst/>
          </a:prstGeom>
          <a:noFill/>
          <a:ln>
            <a:noFill/>
          </a:ln>
        </p:spPr>
      </p:pic>
      <p:sp>
        <p:nvSpPr>
          <p:cNvPr id="172" name="Google Shape;172;p27"/>
          <p:cNvSpPr txBox="1"/>
          <p:nvPr/>
        </p:nvSpPr>
        <p:spPr>
          <a:xfrm>
            <a:off x="7139058" y="5105778"/>
            <a:ext cx="6763520" cy="788907"/>
          </a:xfrm>
          <a:prstGeom prst="rect">
            <a:avLst/>
          </a:prstGeom>
          <a:noFill/>
          <a:ln>
            <a:noFill/>
          </a:ln>
        </p:spPr>
        <p:txBody>
          <a:bodyPr spcFirstLastPara="1" wrap="square" lIns="130027" tIns="130027" rIns="130027" bIns="130027" anchor="t" anchorCtr="0">
            <a:noAutofit/>
          </a:bodyPr>
          <a:lstStyle/>
          <a:p>
            <a:pPr algn="l" defTabSz="1300460" hangingPunct="1">
              <a:buClr>
                <a:srgbClr val="000000"/>
              </a:buClr>
            </a:pPr>
            <a:endParaRPr sz="1991">
              <a:latin typeface="Arial"/>
              <a:cs typeface="Arial"/>
              <a:sym typeface="Arial"/>
            </a:endParaRPr>
          </a:p>
        </p:txBody>
      </p:sp>
      <p:cxnSp>
        <p:nvCxnSpPr>
          <p:cNvPr id="173" name="Google Shape;173;p27"/>
          <p:cNvCxnSpPr/>
          <p:nvPr/>
        </p:nvCxnSpPr>
        <p:spPr>
          <a:xfrm>
            <a:off x="5041031" y="1617067"/>
            <a:ext cx="101120" cy="6519467"/>
          </a:xfrm>
          <a:prstGeom prst="straightConnector1">
            <a:avLst/>
          </a:prstGeom>
          <a:noFill/>
          <a:ln w="9525" cap="flat" cmpd="sng">
            <a:solidFill>
              <a:schemeClr val="dk2"/>
            </a:solidFill>
            <a:prstDash val="solid"/>
            <a:round/>
            <a:headEnd type="none" w="med" len="med"/>
            <a:tailEnd type="none" w="med" len="med"/>
          </a:ln>
        </p:spPr>
      </p:cxnSp>
    </p:spTree>
    <p:extLst>
      <p:ext uri="{BB962C8B-B14F-4D97-AF65-F5344CB8AC3E}">
        <p14:creationId xmlns:p14="http://schemas.microsoft.com/office/powerpoint/2010/main" val="3459082131"/>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177"/>
        <p:cNvGrpSpPr/>
        <p:nvPr/>
      </p:nvGrpSpPr>
      <p:grpSpPr>
        <a:xfrm>
          <a:off x="0" y="0"/>
          <a:ext cx="0" cy="0"/>
          <a:chOff x="0" y="0"/>
          <a:chExt cx="0" cy="0"/>
        </a:xfrm>
      </p:grpSpPr>
      <p:sp>
        <p:nvSpPr>
          <p:cNvPr id="178" name="Google Shape;178;p28"/>
          <p:cNvSpPr txBox="1">
            <a:spLocks noGrp="1"/>
          </p:cNvSpPr>
          <p:nvPr>
            <p:ph type="title"/>
          </p:nvPr>
        </p:nvSpPr>
        <p:spPr>
          <a:xfrm>
            <a:off x="443304" y="604053"/>
            <a:ext cx="12118187" cy="814507"/>
          </a:xfrm>
          <a:prstGeom prst="rect">
            <a:avLst/>
          </a:prstGeom>
        </p:spPr>
        <p:txBody>
          <a:bodyPr spcFirstLastPara="1" wrap="square" lIns="130027" tIns="130027" rIns="130027" bIns="130027" anchor="t" anchorCtr="0">
            <a:noAutofit/>
          </a:bodyPr>
          <a:lstStyle/>
          <a:p>
            <a:r>
              <a:rPr lang="en" sz="6000" dirty="0"/>
              <a:t>Drew Conway’s Data Science Venn Diagram</a:t>
            </a:r>
            <a:endParaRPr sz="6000" dirty="0"/>
          </a:p>
        </p:txBody>
      </p:sp>
      <p:sp>
        <p:nvSpPr>
          <p:cNvPr id="179" name="Google Shape;179;p28"/>
          <p:cNvSpPr txBox="1"/>
          <p:nvPr/>
        </p:nvSpPr>
        <p:spPr>
          <a:xfrm>
            <a:off x="443307" y="8388920"/>
            <a:ext cx="11552000" cy="307627"/>
          </a:xfrm>
          <a:prstGeom prst="rect">
            <a:avLst/>
          </a:prstGeom>
          <a:noFill/>
          <a:ln>
            <a:noFill/>
          </a:ln>
        </p:spPr>
        <p:txBody>
          <a:bodyPr spcFirstLastPara="1" wrap="square" lIns="130027" tIns="130027" rIns="130027" bIns="130027" anchor="t" anchorCtr="0">
            <a:noAutofit/>
          </a:bodyPr>
          <a:lstStyle/>
          <a:p>
            <a:pPr defTabSz="1300460" hangingPunct="1">
              <a:buClr>
                <a:srgbClr val="000000"/>
              </a:buClr>
            </a:pPr>
            <a:r>
              <a:rPr lang="en" sz="1707">
                <a:latin typeface="Arial"/>
                <a:cs typeface="Arial"/>
                <a:sym typeface="Arial"/>
              </a:rPr>
              <a:t>source: </a:t>
            </a:r>
            <a:r>
              <a:rPr lang="en" sz="1280" u="sng">
                <a:solidFill>
                  <a:srgbClr val="0097A7"/>
                </a:solidFill>
                <a:latin typeface="Arial"/>
                <a:cs typeface="Arial"/>
                <a:sym typeface="Arial"/>
                <a:hlinkClick r:id="rId3"/>
              </a:rPr>
              <a:t>http://drewconway.com/zia/2013/3/26/the-data-science-venn-diagram</a:t>
            </a:r>
            <a:endParaRPr sz="1707">
              <a:latin typeface="Arial"/>
              <a:cs typeface="Arial"/>
              <a:sym typeface="Arial"/>
            </a:endParaRPr>
          </a:p>
        </p:txBody>
      </p:sp>
      <p:pic>
        <p:nvPicPr>
          <p:cNvPr id="180" name="Google Shape;180;p28"/>
          <p:cNvPicPr preferRelativeResize="0"/>
          <p:nvPr/>
        </p:nvPicPr>
        <p:blipFill rotWithShape="1">
          <a:blip r:embed="rId4">
            <a:alphaModFix/>
          </a:blip>
          <a:srcRect t="2562"/>
          <a:stretch/>
        </p:blipFill>
        <p:spPr>
          <a:xfrm>
            <a:off x="3766597" y="3092601"/>
            <a:ext cx="5471603" cy="5231856"/>
          </a:xfrm>
          <a:prstGeom prst="rect">
            <a:avLst/>
          </a:prstGeom>
          <a:noFill/>
          <a:ln>
            <a:noFill/>
          </a:ln>
        </p:spPr>
      </p:pic>
    </p:spTree>
    <p:extLst>
      <p:ext uri="{BB962C8B-B14F-4D97-AF65-F5344CB8AC3E}">
        <p14:creationId xmlns:p14="http://schemas.microsoft.com/office/powerpoint/2010/main" val="631860897"/>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443307" y="1852124"/>
            <a:ext cx="12118187" cy="814507"/>
          </a:xfrm>
          <a:prstGeom prst="rect">
            <a:avLst/>
          </a:prstGeom>
        </p:spPr>
        <p:txBody>
          <a:bodyPr spcFirstLastPara="1" wrap="square" lIns="130027" tIns="130027" rIns="130027" bIns="130027" anchor="t" anchorCtr="0">
            <a:noAutofit/>
          </a:bodyPr>
          <a:lstStyle/>
          <a:p>
            <a:r>
              <a:rPr lang="en"/>
              <a:t>Doing Data Science &amp; Course flow</a:t>
            </a:r>
            <a:endParaRPr/>
          </a:p>
        </p:txBody>
      </p:sp>
      <p:pic>
        <p:nvPicPr>
          <p:cNvPr id="69" name="Google Shape;69;p15"/>
          <p:cNvPicPr preferRelativeResize="0"/>
          <p:nvPr/>
        </p:nvPicPr>
        <p:blipFill rotWithShape="1">
          <a:blip r:embed="rId3">
            <a:alphaModFix/>
          </a:blip>
          <a:srcRect l="8556" t="14205" r="8614" b="56352"/>
          <a:stretch/>
        </p:blipFill>
        <p:spPr>
          <a:xfrm>
            <a:off x="432943" y="2730880"/>
            <a:ext cx="12138914" cy="2263467"/>
          </a:xfrm>
          <a:prstGeom prst="rect">
            <a:avLst/>
          </a:prstGeom>
          <a:noFill/>
          <a:ln>
            <a:noFill/>
          </a:ln>
        </p:spPr>
      </p:pic>
      <p:sp>
        <p:nvSpPr>
          <p:cNvPr id="70" name="Google Shape;70;p15"/>
          <p:cNvSpPr txBox="1"/>
          <p:nvPr/>
        </p:nvSpPr>
        <p:spPr>
          <a:xfrm>
            <a:off x="650240" y="5035058"/>
            <a:ext cx="2337280" cy="1077333"/>
          </a:xfrm>
          <a:prstGeom prst="rect">
            <a:avLst/>
          </a:prstGeom>
          <a:noFill/>
          <a:ln>
            <a:noFill/>
          </a:ln>
        </p:spPr>
        <p:txBody>
          <a:bodyPr spcFirstLastPara="1" wrap="square" lIns="130027" tIns="130027" rIns="130027" bIns="130027" anchor="t" anchorCtr="0">
            <a:noAutofit/>
          </a:bodyPr>
          <a:lstStyle/>
          <a:p>
            <a:pPr defTabSz="1300460" hangingPunct="1">
              <a:spcBef>
                <a:spcPts val="683"/>
              </a:spcBef>
              <a:buClr>
                <a:srgbClr val="000000"/>
              </a:buClr>
            </a:pPr>
            <a:r>
              <a:rPr lang="en" sz="2276">
                <a:latin typeface="Arial"/>
                <a:cs typeface="Arial"/>
                <a:sym typeface="Arial"/>
              </a:rPr>
              <a:t>Data Sources </a:t>
            </a:r>
            <a:endParaRPr sz="853">
              <a:latin typeface="Arial"/>
              <a:cs typeface="Arial"/>
              <a:sym typeface="Arial"/>
            </a:endParaRPr>
          </a:p>
        </p:txBody>
      </p:sp>
      <p:sp>
        <p:nvSpPr>
          <p:cNvPr id="71" name="Google Shape;71;p15"/>
          <p:cNvSpPr txBox="1"/>
          <p:nvPr/>
        </p:nvSpPr>
        <p:spPr>
          <a:xfrm>
            <a:off x="3095893" y="5035058"/>
            <a:ext cx="2196480" cy="1077333"/>
          </a:xfrm>
          <a:prstGeom prst="rect">
            <a:avLst/>
          </a:prstGeom>
          <a:noFill/>
          <a:ln>
            <a:noFill/>
          </a:ln>
        </p:spPr>
        <p:txBody>
          <a:bodyPr spcFirstLastPara="1" wrap="square" lIns="130027" tIns="130027" rIns="130027" bIns="130027" anchor="t" anchorCtr="0">
            <a:noAutofit/>
          </a:bodyPr>
          <a:lstStyle/>
          <a:p>
            <a:pPr defTabSz="1300460" hangingPunct="1">
              <a:spcBef>
                <a:spcPts val="683"/>
              </a:spcBef>
              <a:buClr>
                <a:srgbClr val="000000"/>
              </a:buClr>
            </a:pPr>
            <a:r>
              <a:rPr lang="en" sz="2276">
                <a:latin typeface="Arial"/>
                <a:cs typeface="Arial"/>
                <a:sym typeface="Arial"/>
              </a:rPr>
              <a:t>Data Cleaning and pandas  </a:t>
            </a:r>
            <a:endParaRPr sz="853">
              <a:latin typeface="Arial"/>
              <a:cs typeface="Arial"/>
              <a:sym typeface="Arial"/>
            </a:endParaRPr>
          </a:p>
        </p:txBody>
      </p:sp>
      <p:sp>
        <p:nvSpPr>
          <p:cNvPr id="72" name="Google Shape;72;p15"/>
          <p:cNvSpPr txBox="1"/>
          <p:nvPr/>
        </p:nvSpPr>
        <p:spPr>
          <a:xfrm>
            <a:off x="5333760" y="5035058"/>
            <a:ext cx="2337280" cy="2619307"/>
          </a:xfrm>
          <a:prstGeom prst="rect">
            <a:avLst/>
          </a:prstGeom>
          <a:noFill/>
          <a:ln>
            <a:noFill/>
          </a:ln>
        </p:spPr>
        <p:txBody>
          <a:bodyPr spcFirstLastPara="1" wrap="square" lIns="130027" tIns="130027" rIns="130027" bIns="130027" anchor="t" anchorCtr="0">
            <a:noAutofit/>
          </a:bodyPr>
          <a:lstStyle/>
          <a:p>
            <a:pPr defTabSz="1300460" hangingPunct="1">
              <a:spcBef>
                <a:spcPts val="683"/>
              </a:spcBef>
              <a:buClr>
                <a:srgbClr val="000000"/>
              </a:buClr>
            </a:pPr>
            <a:r>
              <a:rPr lang="en" sz="2276">
                <a:latin typeface="Arial"/>
                <a:cs typeface="Arial"/>
                <a:sym typeface="Arial"/>
              </a:rPr>
              <a:t>Visualization and Exploration</a:t>
            </a:r>
            <a:endParaRPr sz="2276">
              <a:latin typeface="Arial"/>
              <a:cs typeface="Arial"/>
              <a:sym typeface="Arial"/>
            </a:endParaRPr>
          </a:p>
          <a:p>
            <a:pPr defTabSz="1300460" hangingPunct="1">
              <a:spcBef>
                <a:spcPts val="683"/>
              </a:spcBef>
              <a:buClr>
                <a:srgbClr val="000000"/>
              </a:buClr>
            </a:pPr>
            <a:endParaRPr sz="853">
              <a:latin typeface="Arial"/>
              <a:cs typeface="Arial"/>
              <a:sym typeface="Arial"/>
            </a:endParaRPr>
          </a:p>
        </p:txBody>
      </p:sp>
      <p:sp>
        <p:nvSpPr>
          <p:cNvPr id="73" name="Google Shape;73;p15"/>
          <p:cNvSpPr txBox="1"/>
          <p:nvPr/>
        </p:nvSpPr>
        <p:spPr>
          <a:xfrm>
            <a:off x="7712427" y="5035058"/>
            <a:ext cx="2337280" cy="2417493"/>
          </a:xfrm>
          <a:prstGeom prst="rect">
            <a:avLst/>
          </a:prstGeom>
          <a:noFill/>
          <a:ln>
            <a:noFill/>
          </a:ln>
        </p:spPr>
        <p:txBody>
          <a:bodyPr spcFirstLastPara="1" wrap="square" lIns="130027" tIns="130027" rIns="130027" bIns="130027" anchor="t" anchorCtr="0">
            <a:noAutofit/>
          </a:bodyPr>
          <a:lstStyle/>
          <a:p>
            <a:pPr defTabSz="1300460" hangingPunct="1">
              <a:spcBef>
                <a:spcPts val="683"/>
              </a:spcBef>
              <a:buClr>
                <a:srgbClr val="000000"/>
              </a:buClr>
            </a:pPr>
            <a:r>
              <a:rPr lang="en" sz="2276">
                <a:latin typeface="Arial"/>
                <a:cs typeface="Arial"/>
                <a:sym typeface="Arial"/>
              </a:rPr>
              <a:t>Formatting your research question and</a:t>
            </a:r>
            <a:endParaRPr sz="2276">
              <a:latin typeface="Arial"/>
              <a:cs typeface="Arial"/>
              <a:sym typeface="Arial"/>
            </a:endParaRPr>
          </a:p>
          <a:p>
            <a:pPr defTabSz="1300460" hangingPunct="1">
              <a:spcBef>
                <a:spcPts val="683"/>
              </a:spcBef>
              <a:buClr>
                <a:srgbClr val="000000"/>
              </a:buClr>
            </a:pPr>
            <a:r>
              <a:rPr lang="en" sz="2276">
                <a:latin typeface="Arial"/>
                <a:cs typeface="Arial"/>
                <a:sym typeface="Arial"/>
              </a:rPr>
              <a:t>Multiple Linear Regression </a:t>
            </a:r>
            <a:endParaRPr sz="2276">
              <a:latin typeface="Arial"/>
              <a:cs typeface="Arial"/>
              <a:sym typeface="Arial"/>
            </a:endParaRPr>
          </a:p>
          <a:p>
            <a:pPr defTabSz="1300460" hangingPunct="1">
              <a:spcBef>
                <a:spcPts val="683"/>
              </a:spcBef>
              <a:buClr>
                <a:srgbClr val="000000"/>
              </a:buClr>
            </a:pPr>
            <a:endParaRPr sz="2276">
              <a:latin typeface="Arial"/>
              <a:cs typeface="Arial"/>
              <a:sym typeface="Arial"/>
            </a:endParaRPr>
          </a:p>
        </p:txBody>
      </p:sp>
      <p:sp>
        <p:nvSpPr>
          <p:cNvPr id="74" name="Google Shape;74;p15"/>
          <p:cNvSpPr txBox="1"/>
          <p:nvPr/>
        </p:nvSpPr>
        <p:spPr>
          <a:xfrm>
            <a:off x="9988267" y="5035058"/>
            <a:ext cx="2337280" cy="2527573"/>
          </a:xfrm>
          <a:prstGeom prst="rect">
            <a:avLst/>
          </a:prstGeom>
          <a:noFill/>
          <a:ln>
            <a:noFill/>
          </a:ln>
        </p:spPr>
        <p:txBody>
          <a:bodyPr spcFirstLastPara="1" wrap="square" lIns="130027" tIns="130027" rIns="130027" bIns="130027" anchor="t" anchorCtr="0">
            <a:noAutofit/>
          </a:bodyPr>
          <a:lstStyle/>
          <a:p>
            <a:pPr defTabSz="1300460" hangingPunct="1">
              <a:spcBef>
                <a:spcPts val="683"/>
              </a:spcBef>
              <a:buClr>
                <a:srgbClr val="000000"/>
              </a:buClr>
            </a:pPr>
            <a:r>
              <a:rPr lang="en" sz="2276">
                <a:latin typeface="Arial"/>
                <a:cs typeface="Arial"/>
                <a:sym typeface="Arial"/>
              </a:rPr>
              <a:t>Interpretation of your Model Results, Ethics</a:t>
            </a:r>
            <a:endParaRPr sz="2276">
              <a:latin typeface="Arial"/>
              <a:cs typeface="Arial"/>
              <a:sym typeface="Arial"/>
            </a:endParaRPr>
          </a:p>
          <a:p>
            <a:pPr defTabSz="1300460" hangingPunct="1">
              <a:spcBef>
                <a:spcPts val="683"/>
              </a:spcBef>
              <a:buClr>
                <a:srgbClr val="000000"/>
              </a:buClr>
            </a:pPr>
            <a:endParaRPr sz="2276">
              <a:latin typeface="Arial"/>
              <a:cs typeface="Arial"/>
              <a:sym typeface="Arial"/>
            </a:endParaRPr>
          </a:p>
        </p:txBody>
      </p:sp>
      <p:sp>
        <p:nvSpPr>
          <p:cNvPr id="75" name="Google Shape;75;p15"/>
          <p:cNvSpPr txBox="1"/>
          <p:nvPr/>
        </p:nvSpPr>
        <p:spPr>
          <a:xfrm>
            <a:off x="7501084" y="7962275"/>
            <a:ext cx="5165227" cy="595627"/>
          </a:xfrm>
          <a:prstGeom prst="rect">
            <a:avLst/>
          </a:prstGeom>
          <a:noFill/>
          <a:ln>
            <a:noFill/>
          </a:ln>
        </p:spPr>
        <p:txBody>
          <a:bodyPr spcFirstLastPara="1" wrap="square" lIns="130027" tIns="130027" rIns="130027" bIns="130027" anchor="t" anchorCtr="0">
            <a:noAutofit/>
          </a:bodyPr>
          <a:lstStyle/>
          <a:p>
            <a:pPr algn="l" defTabSz="1300460" hangingPunct="1">
              <a:buClr>
                <a:srgbClr val="000000"/>
              </a:buClr>
            </a:pPr>
            <a:r>
              <a:rPr lang="en" sz="1707" i="1">
                <a:latin typeface="Arial"/>
                <a:cs typeface="Arial"/>
                <a:sym typeface="Arial"/>
              </a:rPr>
              <a:t>Graphic Source: Hilary Mason and Chris Wiggins</a:t>
            </a:r>
            <a:endParaRPr sz="1707" i="1">
              <a:latin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6"/>
          <p:cNvSpPr txBox="1">
            <a:spLocks noGrp="1"/>
          </p:cNvSpPr>
          <p:nvPr>
            <p:ph type="title"/>
          </p:nvPr>
        </p:nvSpPr>
        <p:spPr>
          <a:xfrm>
            <a:off x="443307" y="1852124"/>
            <a:ext cx="12118187" cy="814507"/>
          </a:xfrm>
          <a:prstGeom prst="rect">
            <a:avLst/>
          </a:prstGeom>
        </p:spPr>
        <p:txBody>
          <a:bodyPr spcFirstLastPara="1" wrap="square" lIns="130027" tIns="130027" rIns="130027" bIns="130027" anchor="t" anchorCtr="0">
            <a:noAutofit/>
          </a:bodyPr>
          <a:lstStyle/>
          <a:p>
            <a:r>
              <a:rPr lang="en"/>
              <a:t>Data Science Lifecycle</a:t>
            </a:r>
            <a:endParaRPr/>
          </a:p>
        </p:txBody>
      </p:sp>
      <p:pic>
        <p:nvPicPr>
          <p:cNvPr id="81" name="Google Shape;81;p16"/>
          <p:cNvPicPr preferRelativeResize="0"/>
          <p:nvPr/>
        </p:nvPicPr>
        <p:blipFill>
          <a:blip r:embed="rId3">
            <a:alphaModFix/>
          </a:blip>
          <a:stretch>
            <a:fillRect/>
          </a:stretch>
        </p:blipFill>
        <p:spPr>
          <a:xfrm>
            <a:off x="3151111" y="2666632"/>
            <a:ext cx="6702566" cy="5434276"/>
          </a:xfrm>
          <a:prstGeom prst="rect">
            <a:avLst/>
          </a:prstGeom>
          <a:noFill/>
          <a:ln>
            <a:noFill/>
          </a:ln>
        </p:spPr>
      </p:pic>
      <p:sp>
        <p:nvSpPr>
          <p:cNvPr id="82" name="Google Shape;82;p16"/>
          <p:cNvSpPr txBox="1"/>
          <p:nvPr/>
        </p:nvSpPr>
        <p:spPr>
          <a:xfrm>
            <a:off x="8785920" y="7936889"/>
            <a:ext cx="4218880" cy="506880"/>
          </a:xfrm>
          <a:prstGeom prst="rect">
            <a:avLst/>
          </a:prstGeom>
          <a:noFill/>
          <a:ln>
            <a:noFill/>
          </a:ln>
        </p:spPr>
        <p:txBody>
          <a:bodyPr spcFirstLastPara="1" wrap="square" lIns="130027" tIns="130027" rIns="130027" bIns="130027" anchor="t" anchorCtr="0">
            <a:noAutofit/>
          </a:bodyPr>
          <a:lstStyle/>
          <a:p>
            <a:pPr algn="l" defTabSz="1300460" hangingPunct="1">
              <a:buClr>
                <a:srgbClr val="000000"/>
              </a:buClr>
            </a:pPr>
            <a:r>
              <a:rPr lang="en" sz="1849" i="1">
                <a:latin typeface="Arial"/>
                <a:cs typeface="Arial"/>
                <a:sym typeface="Arial"/>
              </a:rPr>
              <a:t>Source: Data 100 Spring 2020 Slides</a:t>
            </a:r>
            <a:endParaRPr sz="1849" i="1">
              <a:latin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pic>
        <p:nvPicPr>
          <p:cNvPr id="111" name="Google Shape;111;p20"/>
          <p:cNvPicPr preferRelativeResize="0"/>
          <p:nvPr/>
        </p:nvPicPr>
        <p:blipFill>
          <a:blip r:embed="rId3">
            <a:alphaModFix/>
          </a:blip>
          <a:stretch>
            <a:fillRect/>
          </a:stretch>
        </p:blipFill>
        <p:spPr>
          <a:xfrm>
            <a:off x="872284" y="5480017"/>
            <a:ext cx="4123486" cy="1666560"/>
          </a:xfrm>
          <a:prstGeom prst="rect">
            <a:avLst/>
          </a:prstGeom>
          <a:noFill/>
          <a:ln>
            <a:noFill/>
          </a:ln>
        </p:spPr>
      </p:pic>
      <p:pic>
        <p:nvPicPr>
          <p:cNvPr id="112" name="Google Shape;112;p20"/>
          <p:cNvPicPr preferRelativeResize="0"/>
          <p:nvPr/>
        </p:nvPicPr>
        <p:blipFill>
          <a:blip r:embed="rId4">
            <a:alphaModFix/>
          </a:blip>
          <a:stretch>
            <a:fillRect/>
          </a:stretch>
        </p:blipFill>
        <p:spPr>
          <a:xfrm>
            <a:off x="7612551" y="5697351"/>
            <a:ext cx="4123486" cy="989619"/>
          </a:xfrm>
          <a:prstGeom prst="rect">
            <a:avLst/>
          </a:prstGeom>
          <a:noFill/>
          <a:ln>
            <a:noFill/>
          </a:ln>
        </p:spPr>
      </p:pic>
      <p:pic>
        <p:nvPicPr>
          <p:cNvPr id="113" name="Google Shape;113;p20"/>
          <p:cNvPicPr preferRelativeResize="0"/>
          <p:nvPr/>
        </p:nvPicPr>
        <p:blipFill>
          <a:blip r:embed="rId5">
            <a:alphaModFix/>
          </a:blip>
          <a:stretch>
            <a:fillRect/>
          </a:stretch>
        </p:blipFill>
        <p:spPr>
          <a:xfrm>
            <a:off x="1891840" y="7095634"/>
            <a:ext cx="4210223" cy="1666560"/>
          </a:xfrm>
          <a:prstGeom prst="rect">
            <a:avLst/>
          </a:prstGeom>
          <a:noFill/>
          <a:ln>
            <a:noFill/>
          </a:ln>
        </p:spPr>
      </p:pic>
      <p:pic>
        <p:nvPicPr>
          <p:cNvPr id="7" name="Google Shape;149;p24">
            <a:extLst>
              <a:ext uri="{FF2B5EF4-FFF2-40B4-BE49-F238E27FC236}">
                <a16:creationId xmlns:a16="http://schemas.microsoft.com/office/drawing/2014/main" id="{4229D4BB-3421-C541-9044-CD553696EE8B}"/>
              </a:ext>
            </a:extLst>
          </p:cNvPr>
          <p:cNvPicPr preferRelativeResize="0"/>
          <p:nvPr/>
        </p:nvPicPr>
        <p:blipFill>
          <a:blip r:embed="rId6">
            <a:alphaModFix/>
          </a:blip>
          <a:stretch>
            <a:fillRect/>
          </a:stretch>
        </p:blipFill>
        <p:spPr>
          <a:xfrm>
            <a:off x="7121619" y="6808482"/>
            <a:ext cx="3733120" cy="2009636"/>
          </a:xfrm>
          <a:prstGeom prst="rect">
            <a:avLst/>
          </a:prstGeom>
          <a:noFill/>
          <a:ln>
            <a:noFill/>
          </a:ln>
        </p:spPr>
      </p:pic>
      <p:pic>
        <p:nvPicPr>
          <p:cNvPr id="8" name="Google Shape;104;p19">
            <a:extLst>
              <a:ext uri="{FF2B5EF4-FFF2-40B4-BE49-F238E27FC236}">
                <a16:creationId xmlns:a16="http://schemas.microsoft.com/office/drawing/2014/main" id="{2B095501-45B8-4A43-BBBA-0F407C59476D}"/>
              </a:ext>
            </a:extLst>
          </p:cNvPr>
          <p:cNvPicPr preferRelativeResize="0"/>
          <p:nvPr/>
        </p:nvPicPr>
        <p:blipFill>
          <a:blip r:embed="rId7">
            <a:alphaModFix/>
          </a:blip>
          <a:stretch>
            <a:fillRect/>
          </a:stretch>
        </p:blipFill>
        <p:spPr>
          <a:xfrm>
            <a:off x="2447468" y="2248622"/>
            <a:ext cx="3098966" cy="2772256"/>
          </a:xfrm>
          <a:prstGeom prst="rect">
            <a:avLst/>
          </a:prstGeom>
          <a:noFill/>
          <a:ln>
            <a:noFill/>
          </a:ln>
        </p:spPr>
      </p:pic>
      <p:sp>
        <p:nvSpPr>
          <p:cNvPr id="5" name="Title 4">
            <a:extLst>
              <a:ext uri="{FF2B5EF4-FFF2-40B4-BE49-F238E27FC236}">
                <a16:creationId xmlns:a16="http://schemas.microsoft.com/office/drawing/2014/main" id="{B9DFAE89-562C-5B42-AA09-0CD353D17B43}"/>
              </a:ext>
            </a:extLst>
          </p:cNvPr>
          <p:cNvSpPr>
            <a:spLocks noGrp="1"/>
          </p:cNvSpPr>
          <p:nvPr>
            <p:ph type="title"/>
          </p:nvPr>
        </p:nvSpPr>
        <p:spPr/>
        <p:txBody>
          <a:bodyPr/>
          <a:lstStyle/>
          <a:p>
            <a:endParaRPr lang="en-US"/>
          </a:p>
        </p:txBody>
      </p:sp>
      <p:pic>
        <p:nvPicPr>
          <p:cNvPr id="9" name="Graphic 8">
            <a:extLst>
              <a:ext uri="{FF2B5EF4-FFF2-40B4-BE49-F238E27FC236}">
                <a16:creationId xmlns:a16="http://schemas.microsoft.com/office/drawing/2014/main" id="{527A662C-357B-E142-B95C-07159A0A6D1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418398" y="2248622"/>
            <a:ext cx="2806212" cy="323139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Ensuring Mathematical Success for All…"/>
          <p:cNvSpPr txBox="1">
            <a:spLocks noGrp="1"/>
          </p:cNvSpPr>
          <p:nvPr>
            <p:ph type="title"/>
          </p:nvPr>
        </p:nvSpPr>
        <p:spPr>
          <a:xfrm>
            <a:off x="667944" y="3225800"/>
            <a:ext cx="11668912" cy="3302000"/>
          </a:xfrm>
          <a:prstGeom prst="rect">
            <a:avLst/>
          </a:prstGeom>
        </p:spPr>
        <p:txBody>
          <a:bodyPr/>
          <a:lstStyle/>
          <a:p>
            <a:pPr defTabSz="385572">
              <a:defRPr sz="5280"/>
            </a:pPr>
            <a:r>
              <a:rPr lang="en-GB" dirty="0"/>
              <a:t>Data science can be hard. </a:t>
            </a:r>
            <a:endParaRPr dirty="0"/>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Productive Struggle"/>
          <p:cNvSpPr txBox="1">
            <a:spLocks noGrp="1"/>
          </p:cNvSpPr>
          <p:nvPr>
            <p:ph type="title"/>
          </p:nvPr>
        </p:nvSpPr>
        <p:spPr>
          <a:prstGeom prst="rect">
            <a:avLst/>
          </a:prstGeom>
        </p:spPr>
        <p:txBody>
          <a:bodyPr/>
          <a:lstStyle/>
          <a:p>
            <a:r>
              <a:t>Productive Struggle</a:t>
            </a:r>
          </a:p>
        </p:txBody>
      </p:sp>
      <p:sp>
        <p:nvSpPr>
          <p:cNvPr id="262" name="This is not an easy topic for most people.…"/>
          <p:cNvSpPr txBox="1">
            <a:spLocks noGrp="1"/>
          </p:cNvSpPr>
          <p:nvPr>
            <p:ph type="body" idx="1"/>
          </p:nvPr>
        </p:nvSpPr>
        <p:spPr>
          <a:prstGeom prst="rect">
            <a:avLst/>
          </a:prstGeom>
        </p:spPr>
        <p:txBody>
          <a:bodyPr/>
          <a:lstStyle/>
          <a:p>
            <a:r>
              <a:t>This is not an easy topic for most people.</a:t>
            </a:r>
          </a:p>
          <a:p>
            <a:endParaRPr/>
          </a:p>
          <a:p>
            <a:r>
              <a:t>Productive Struggle is “Effortful practice that goes beyond passive reading, listening, or watching – that builds useful, lasting understanding and skill.” - Hiebert &amp; Grouws, 2007 </a:t>
            </a:r>
          </a:p>
        </p:txBody>
      </p:sp>
      <p:sp>
        <p:nvSpPr>
          <p:cNvPr id="263"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22</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262">
                                            <p:bg/>
                                          </p:spTgt>
                                        </p:tgtEl>
                                        <p:attrNameLst>
                                          <p:attrName>style.visibility</p:attrName>
                                        </p:attrNameLst>
                                      </p:cBhvr>
                                      <p:to>
                                        <p:strVal val="visible"/>
                                      </p:to>
                                    </p:set>
                                  </p:childTnLst>
                                </p:cTn>
                              </p:par>
                              <p:par>
                                <p:cTn id="7" presetID="1" presetClass="entr" presetSubtype="0" fill="hold" grpId="1" nodeType="withEffect">
                                  <p:stCondLst>
                                    <p:cond delay="0"/>
                                  </p:stCondLst>
                                  <p:iterate>
                                    <p:tmAbs val="0"/>
                                  </p:iterate>
                                  <p:childTnLst>
                                    <p:set>
                                      <p:cBhvr>
                                        <p:cTn id="8" fill="hold"/>
                                        <p:tgtEl>
                                          <p:spTgt spid="262">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iterate>
                                    <p:tmAbs val="0"/>
                                  </p:iterate>
                                  <p:childTnLst>
                                    <p:set>
                                      <p:cBhvr>
                                        <p:cTn id="12" fill="hold"/>
                                        <p:tgtEl>
                                          <p:spTgt spid="262">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1" nodeType="clickEffect">
                                  <p:stCondLst>
                                    <p:cond delay="0"/>
                                  </p:stCondLst>
                                  <p:iterate>
                                    <p:tmAbs val="0"/>
                                  </p:iterate>
                                  <p:childTnLst>
                                    <p:set>
                                      <p:cBhvr>
                                        <p:cTn id="16" fill="hold"/>
                                        <p:tgtEl>
                                          <p:spTgt spid="26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2" grpId="1" build="p" bldLvl="5" animBg="1" advAuto="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7F88B16-5D11-6F42-EEE6-9F51F2ADD1FC}"/>
              </a:ext>
            </a:extLst>
          </p:cNvPr>
          <p:cNvSpPr>
            <a:spLocks noGrp="1"/>
          </p:cNvSpPr>
          <p:nvPr>
            <p:ph type="body" idx="1"/>
          </p:nvPr>
        </p:nvSpPr>
        <p:spPr>
          <a:xfrm>
            <a:off x="650239" y="631371"/>
            <a:ext cx="11704322" cy="8081393"/>
          </a:xfrm>
        </p:spPr>
        <p:txBody>
          <a:bodyPr numCol="2"/>
          <a:lstStyle/>
          <a:p>
            <a:pPr marL="0" indent="0" algn="ctr">
              <a:buNone/>
            </a:pPr>
            <a:r>
              <a:rPr lang="en-US" b="1" dirty="0"/>
              <a:t>Productive Struggle</a:t>
            </a:r>
          </a:p>
          <a:p>
            <a:pPr marL="0" indent="0" algn="ctr">
              <a:buNone/>
            </a:pPr>
            <a:endParaRPr lang="en-US" dirty="0"/>
          </a:p>
          <a:p>
            <a:pPr marL="228600" indent="-228600">
              <a:defRPr sz="4100"/>
            </a:pPr>
            <a:r>
              <a:rPr lang="en-GB" sz="4000" dirty="0"/>
              <a:t>Leads to understanding</a:t>
            </a:r>
          </a:p>
          <a:p>
            <a:pPr marL="228600" indent="-228600">
              <a:defRPr sz="4100"/>
            </a:pPr>
            <a:r>
              <a:rPr lang="en-GB" sz="4000" dirty="0"/>
              <a:t>Makes learning goals feel attainable and effort seem worthwhile</a:t>
            </a:r>
          </a:p>
          <a:p>
            <a:pPr marL="228600" indent="-228600">
              <a:defRPr sz="4100"/>
            </a:pPr>
            <a:r>
              <a:rPr lang="en-GB" sz="4000" dirty="0"/>
              <a:t>Yields results</a:t>
            </a:r>
          </a:p>
          <a:p>
            <a:pPr marL="228600" indent="-228600">
              <a:defRPr sz="4100"/>
            </a:pPr>
            <a:r>
              <a:rPr lang="en-GB" sz="4000" dirty="0"/>
              <a:t>Leads students to feelings of empowerment and efficacy</a:t>
            </a:r>
          </a:p>
          <a:p>
            <a:pPr marL="228600" indent="-228600">
              <a:defRPr sz="4100"/>
            </a:pPr>
            <a:r>
              <a:rPr lang="en-GB" sz="4000" dirty="0"/>
              <a:t>Creates a sense of hope</a:t>
            </a:r>
          </a:p>
          <a:p>
            <a:pPr marL="0" indent="0" algn="ctr">
              <a:buNone/>
            </a:pPr>
            <a:r>
              <a:rPr lang="en-US" b="1" dirty="0"/>
              <a:t>Destructive Struggle</a:t>
            </a:r>
          </a:p>
          <a:p>
            <a:pPr marL="0" indent="0" algn="ctr">
              <a:buNone/>
            </a:pPr>
            <a:endParaRPr lang="en-US" dirty="0"/>
          </a:p>
          <a:p>
            <a:pPr marL="228600" indent="-228600">
              <a:defRPr sz="4100"/>
            </a:pPr>
            <a:r>
              <a:rPr lang="en-GB" sz="3600" dirty="0">
                <a:latin typeface="Helvetica" pitchFamily="2" charset="0"/>
              </a:rPr>
              <a:t>Leads to frustration</a:t>
            </a:r>
          </a:p>
          <a:p>
            <a:pPr marL="228600" indent="-228600">
              <a:defRPr sz="4100"/>
            </a:pPr>
            <a:r>
              <a:rPr lang="en-GB" sz="3600" dirty="0">
                <a:latin typeface="Helvetica" pitchFamily="2" charset="0"/>
              </a:rPr>
              <a:t>Makes learning goals feel hazy and out of reach</a:t>
            </a:r>
          </a:p>
          <a:p>
            <a:pPr marL="228600" indent="-228600">
              <a:defRPr sz="4100"/>
            </a:pPr>
            <a:r>
              <a:rPr lang="en-GB" sz="3600" dirty="0">
                <a:latin typeface="Helvetica" pitchFamily="2" charset="0"/>
              </a:rPr>
              <a:t>Feels fruitless</a:t>
            </a:r>
          </a:p>
          <a:p>
            <a:pPr marL="228600" indent="-228600">
              <a:defRPr sz="4100"/>
            </a:pPr>
            <a:r>
              <a:rPr lang="en-GB" sz="3600" dirty="0">
                <a:latin typeface="Helvetica" pitchFamily="2" charset="0"/>
              </a:rPr>
              <a:t>Leaves students feeling abandoned and on their own</a:t>
            </a:r>
          </a:p>
          <a:p>
            <a:pPr marL="228600" indent="-228600">
              <a:defRPr sz="4100"/>
            </a:pPr>
            <a:r>
              <a:rPr lang="en-GB" sz="3600" dirty="0">
                <a:latin typeface="Helvetica" pitchFamily="2" charset="0"/>
              </a:rPr>
              <a:t>Creates a sense of inadequacy</a:t>
            </a:r>
          </a:p>
          <a:p>
            <a:pPr algn="ctr"/>
            <a:endParaRPr lang="en-US" sz="3600" dirty="0"/>
          </a:p>
        </p:txBody>
      </p:sp>
    </p:spTree>
    <p:extLst>
      <p:ext uri="{BB962C8B-B14F-4D97-AF65-F5344CB8AC3E}">
        <p14:creationId xmlns:p14="http://schemas.microsoft.com/office/powerpoint/2010/main" val="38369278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A5CC1-EF3F-7960-CE2A-689343AECC2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F2C35D76-4334-2273-C081-94261278D72D}"/>
              </a:ext>
            </a:extLst>
          </p:cNvPr>
          <p:cNvSpPr>
            <a:spLocks noGrp="1"/>
          </p:cNvSpPr>
          <p:nvPr>
            <p:ph type="body" idx="1"/>
          </p:nvPr>
        </p:nvSpPr>
        <p:spPr>
          <a:xfrm>
            <a:off x="650239" y="631371"/>
            <a:ext cx="11704322" cy="8081393"/>
          </a:xfrm>
        </p:spPr>
        <p:txBody>
          <a:bodyPr numCol="2"/>
          <a:lstStyle/>
          <a:p>
            <a:pPr marL="0" indent="0" algn="ctr">
              <a:buNone/>
            </a:pPr>
            <a:r>
              <a:rPr lang="en-US" b="1" dirty="0"/>
              <a:t>Productive Struggle</a:t>
            </a:r>
          </a:p>
          <a:p>
            <a:pPr marL="0" indent="0" algn="ctr">
              <a:buNone/>
            </a:pPr>
            <a:endParaRPr lang="en-US" dirty="0"/>
          </a:p>
          <a:p>
            <a:pPr marL="228600" indent="-228600">
              <a:defRPr sz="4100"/>
            </a:pPr>
            <a:r>
              <a:rPr lang="en-GB" sz="4000" dirty="0"/>
              <a:t>Leads to understanding</a:t>
            </a:r>
          </a:p>
          <a:p>
            <a:pPr marL="228600" indent="-228600">
              <a:defRPr sz="4100"/>
            </a:pPr>
            <a:r>
              <a:rPr lang="en-GB" sz="4000" dirty="0"/>
              <a:t>Makes learning goals feel attainable and effort seem worthwhile</a:t>
            </a:r>
          </a:p>
          <a:p>
            <a:pPr marL="228600" indent="-228600">
              <a:defRPr sz="4100"/>
            </a:pPr>
            <a:r>
              <a:rPr lang="en-GB" sz="4000" dirty="0"/>
              <a:t>Yields results</a:t>
            </a:r>
          </a:p>
          <a:p>
            <a:pPr marL="228600" indent="-228600">
              <a:defRPr sz="4100"/>
            </a:pPr>
            <a:r>
              <a:rPr lang="en-GB" sz="4000" dirty="0"/>
              <a:t>Leads students to feelings of empowerment and efficacy</a:t>
            </a:r>
          </a:p>
          <a:p>
            <a:pPr marL="228600" indent="-228600">
              <a:defRPr sz="4100"/>
            </a:pPr>
            <a:r>
              <a:rPr lang="en-GB" sz="4000" dirty="0"/>
              <a:t>Creates a sense of hope</a:t>
            </a:r>
          </a:p>
          <a:p>
            <a:pPr marL="0" indent="0" algn="ctr">
              <a:buNone/>
            </a:pPr>
            <a:r>
              <a:rPr lang="en-US" b="1" dirty="0"/>
              <a:t>Destructive Struggle</a:t>
            </a:r>
          </a:p>
          <a:p>
            <a:pPr marL="0" indent="0" algn="ctr">
              <a:buNone/>
            </a:pPr>
            <a:endParaRPr lang="en-US" dirty="0"/>
          </a:p>
          <a:p>
            <a:pPr marL="228600" indent="-228600">
              <a:defRPr sz="4100"/>
            </a:pPr>
            <a:r>
              <a:rPr lang="en-GB" sz="3600" dirty="0">
                <a:latin typeface="Helvetica" pitchFamily="2" charset="0"/>
              </a:rPr>
              <a:t>Leads to frustration</a:t>
            </a:r>
          </a:p>
          <a:p>
            <a:pPr marL="228600" indent="-228600">
              <a:defRPr sz="4100"/>
            </a:pPr>
            <a:r>
              <a:rPr lang="en-GB" sz="3600" dirty="0">
                <a:latin typeface="Helvetica" pitchFamily="2" charset="0"/>
              </a:rPr>
              <a:t>Makes learning goals feel hazy and out of reach</a:t>
            </a:r>
          </a:p>
          <a:p>
            <a:pPr marL="228600" indent="-228600">
              <a:defRPr sz="4100"/>
            </a:pPr>
            <a:r>
              <a:rPr lang="en-GB" sz="3600" dirty="0">
                <a:latin typeface="Helvetica" pitchFamily="2" charset="0"/>
              </a:rPr>
              <a:t>Feels fruitless</a:t>
            </a:r>
          </a:p>
          <a:p>
            <a:pPr marL="228600" indent="-228600">
              <a:defRPr sz="4100"/>
            </a:pPr>
            <a:r>
              <a:rPr lang="en-GB" sz="3600" dirty="0">
                <a:latin typeface="Helvetica" pitchFamily="2" charset="0"/>
              </a:rPr>
              <a:t>Leaves students feeling abandoned and on their own</a:t>
            </a:r>
          </a:p>
          <a:p>
            <a:pPr marL="228600" indent="-228600">
              <a:defRPr sz="4100"/>
            </a:pPr>
            <a:r>
              <a:rPr lang="en-GB" sz="3600" dirty="0">
                <a:latin typeface="Helvetica" pitchFamily="2" charset="0"/>
              </a:rPr>
              <a:t>Creates a sense of inadequacy</a:t>
            </a:r>
          </a:p>
          <a:p>
            <a:pPr algn="ctr"/>
            <a:endParaRPr lang="en-US" sz="3600" dirty="0"/>
          </a:p>
        </p:txBody>
      </p:sp>
      <p:sp>
        <p:nvSpPr>
          <p:cNvPr id="2" name="Line">
            <a:extLst>
              <a:ext uri="{FF2B5EF4-FFF2-40B4-BE49-F238E27FC236}">
                <a16:creationId xmlns:a16="http://schemas.microsoft.com/office/drawing/2014/main" id="{A43DDE40-81FD-261E-66EF-98510DF591F7}"/>
              </a:ext>
            </a:extLst>
          </p:cNvPr>
          <p:cNvSpPr/>
          <p:nvPr/>
        </p:nvSpPr>
        <p:spPr>
          <a:xfrm>
            <a:off x="6788770" y="336421"/>
            <a:ext cx="5817583" cy="9080759"/>
          </a:xfrm>
          <a:prstGeom prst="line">
            <a:avLst/>
          </a:prstGeom>
          <a:ln w="279400">
            <a:solidFill>
              <a:schemeClr val="accent5"/>
            </a:solidFill>
            <a:miter lim="400000"/>
          </a:ln>
        </p:spPr>
        <p:txBody>
          <a:bodyPr lIns="50800" tIns="50800" rIns="50800" bIns="50800" anchor="ctr"/>
          <a:lstStyle/>
          <a:p>
            <a:pPr>
              <a:defRPr sz="2400"/>
            </a:pPr>
            <a:endParaRPr/>
          </a:p>
        </p:txBody>
      </p:sp>
      <p:sp>
        <p:nvSpPr>
          <p:cNvPr id="4" name="Line">
            <a:extLst>
              <a:ext uri="{FF2B5EF4-FFF2-40B4-BE49-F238E27FC236}">
                <a16:creationId xmlns:a16="http://schemas.microsoft.com/office/drawing/2014/main" id="{B94BAC28-B831-2C3F-FCB8-1E1AAB45EB12}"/>
              </a:ext>
            </a:extLst>
          </p:cNvPr>
          <p:cNvSpPr/>
          <p:nvPr/>
        </p:nvSpPr>
        <p:spPr>
          <a:xfrm flipH="1">
            <a:off x="6984624" y="449087"/>
            <a:ext cx="5425873" cy="8855426"/>
          </a:xfrm>
          <a:prstGeom prst="line">
            <a:avLst/>
          </a:prstGeom>
          <a:ln w="279400">
            <a:solidFill>
              <a:schemeClr val="accent5"/>
            </a:solidFill>
            <a:miter lim="400000"/>
          </a:ln>
        </p:spPr>
        <p:txBody>
          <a:bodyPr lIns="50800" tIns="50800" rIns="50800" bIns="50800" anchor="ctr"/>
          <a:lstStyle/>
          <a:p>
            <a:pPr>
              <a:defRPr sz="2400"/>
            </a:pPr>
            <a:endParaRPr/>
          </a:p>
        </p:txBody>
      </p:sp>
    </p:spTree>
    <p:extLst>
      <p:ext uri="{BB962C8B-B14F-4D97-AF65-F5344CB8AC3E}">
        <p14:creationId xmlns:p14="http://schemas.microsoft.com/office/powerpoint/2010/main" val="4141040508"/>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roductive Struggle"/>
          <p:cNvSpPr txBox="1">
            <a:spLocks noGrp="1"/>
          </p:cNvSpPr>
          <p:nvPr>
            <p:ph type="title"/>
          </p:nvPr>
        </p:nvSpPr>
        <p:spPr>
          <a:prstGeom prst="rect">
            <a:avLst/>
          </a:prstGeom>
        </p:spPr>
        <p:txBody>
          <a:bodyPr/>
          <a:lstStyle/>
          <a:p>
            <a:r>
              <a:t>Productive Struggle</a:t>
            </a:r>
          </a:p>
        </p:txBody>
      </p:sp>
      <p:sp>
        <p:nvSpPr>
          <p:cNvPr id="266" name="“Teachers sometimes perceive student frustration or lack of immediate success as indicators that they have somehow failed their students. As a result, they jump in to ‘rescue’ students by breaking down the task and guiding students step by step through t"/>
          <p:cNvSpPr txBox="1">
            <a:spLocks noGrp="1"/>
          </p:cNvSpPr>
          <p:nvPr>
            <p:ph type="body" idx="1"/>
          </p:nvPr>
        </p:nvSpPr>
        <p:spPr>
          <a:xfrm>
            <a:off x="650239" y="2156090"/>
            <a:ext cx="11704322" cy="8543395"/>
          </a:xfrm>
          <a:prstGeom prst="rect">
            <a:avLst/>
          </a:prstGeom>
        </p:spPr>
        <p:txBody>
          <a:bodyPr/>
          <a:lstStyle>
            <a:lvl1pPr>
              <a:defRPr sz="4000"/>
            </a:lvl1pPr>
            <a:lvl2pPr>
              <a:defRPr sz="4000"/>
            </a:lvl2pPr>
          </a:lstStyle>
          <a:p>
            <a:r>
              <a:t>“Teachers sometimes perceive student frustration or lack of immediate success as indicators that they have somehow failed their students. As a result, they jump in to ‘rescue’ students by breaking down the task and guiding students step by step through the difficulties. Although well-intentioned, such ‘rescuing’ undermines the efforts of students, lowers the cognitive demand of the task, and deprives students of opportunities to engage fully in making sense of [the topic].”</a:t>
            </a:r>
          </a:p>
          <a:p>
            <a:pPr lvl="1"/>
            <a:r>
              <a:t>NCTM, Principles to Actions</a:t>
            </a:r>
          </a:p>
        </p:txBody>
      </p:sp>
      <p:sp>
        <p:nvSpPr>
          <p:cNvPr id="267"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25</a:t>
            </a:fld>
            <a:endParaRP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Productive Struggle: Student Job"/>
          <p:cNvSpPr txBox="1">
            <a:spLocks noGrp="1"/>
          </p:cNvSpPr>
          <p:nvPr>
            <p:ph type="title"/>
          </p:nvPr>
        </p:nvSpPr>
        <p:spPr>
          <a:prstGeom prst="rect">
            <a:avLst/>
          </a:prstGeom>
        </p:spPr>
        <p:txBody>
          <a:bodyPr/>
          <a:lstStyle/>
          <a:p>
            <a:r>
              <a:rPr dirty="0"/>
              <a:t>Productive Struggle: Student</a:t>
            </a:r>
            <a:r>
              <a:rPr lang="en-GB" dirty="0"/>
              <a:t>’s</a:t>
            </a:r>
            <a:r>
              <a:rPr dirty="0"/>
              <a:t> Job</a:t>
            </a:r>
          </a:p>
        </p:txBody>
      </p:sp>
      <p:sp>
        <p:nvSpPr>
          <p:cNvPr id="270" name="Try to explain your ideas and question solutions that don’t make sense to them.…"/>
          <p:cNvSpPr txBox="1">
            <a:spLocks noGrp="1"/>
          </p:cNvSpPr>
          <p:nvPr>
            <p:ph type="body" idx="1"/>
          </p:nvPr>
        </p:nvSpPr>
        <p:spPr>
          <a:xfrm>
            <a:off x="650239" y="2156090"/>
            <a:ext cx="11704322" cy="8543395"/>
          </a:xfrm>
          <a:prstGeom prst="rect">
            <a:avLst/>
          </a:prstGeom>
        </p:spPr>
        <p:txBody>
          <a:bodyPr/>
          <a:lstStyle/>
          <a:p>
            <a:pPr>
              <a:defRPr sz="4000"/>
            </a:pPr>
            <a:r>
              <a:rPr dirty="0"/>
              <a:t>Don’t be afraid to take risks and know that it is acceptable to struggle with some ideas and to make mistakes.</a:t>
            </a:r>
          </a:p>
          <a:p>
            <a:pPr>
              <a:defRPr sz="4000"/>
            </a:pPr>
            <a:r>
              <a:rPr dirty="0"/>
              <a:t>Recognize that mistakes are a means to learning</a:t>
            </a:r>
            <a:r>
              <a:rPr lang="en-GB" dirty="0"/>
              <a:t>.</a:t>
            </a:r>
          </a:p>
          <a:p>
            <a:pPr>
              <a:defRPr sz="4000"/>
            </a:pPr>
            <a:r>
              <a:rPr lang="en-GB" dirty="0"/>
              <a:t>Try to explain your ideas and question solutions that don’t make sense.</a:t>
            </a:r>
          </a:p>
          <a:p>
            <a:pPr>
              <a:defRPr sz="4000"/>
            </a:pPr>
            <a:endParaRPr dirty="0"/>
          </a:p>
        </p:txBody>
      </p:sp>
      <p:sp>
        <p:nvSpPr>
          <p:cNvPr id="271"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26</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270">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iterate>
                                    <p:tmAbs val="0"/>
                                  </p:iterate>
                                  <p:childTnLst>
                                    <p:set>
                                      <p:cBhvr>
                                        <p:cTn id="10" fill="hold"/>
                                        <p:tgtEl>
                                          <p:spTgt spid="270">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iterate>
                                    <p:tmAbs val="0"/>
                                  </p:iterate>
                                  <p:childTnLst>
                                    <p:set>
                                      <p:cBhvr>
                                        <p:cTn id="14" fill="hold"/>
                                        <p:tgtEl>
                                          <p:spTgt spid="270">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1" nodeType="clickEffect">
                                  <p:stCondLst>
                                    <p:cond delay="0"/>
                                  </p:stCondLst>
                                  <p:iterate>
                                    <p:tmAbs val="0"/>
                                  </p:iterate>
                                  <p:childTnLst>
                                    <p:set>
                                      <p:cBhvr>
                                        <p:cTn id="18" fill="hold"/>
                                        <p:tgtEl>
                                          <p:spTgt spid="27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0" grpId="1" uiExpand="1" build="p" bldLvl="5" animBg="1" advAuto="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 name="Now to begin our quantitative skills"/>
          <p:cNvSpPr txBox="1">
            <a:spLocks noGrp="1"/>
          </p:cNvSpPr>
          <p:nvPr>
            <p:ph type="title"/>
          </p:nvPr>
        </p:nvSpPr>
        <p:spPr>
          <a:prstGeom prst="rect">
            <a:avLst/>
          </a:prstGeom>
        </p:spPr>
        <p:txBody>
          <a:bodyPr/>
          <a:lstStyle/>
          <a:p>
            <a:r>
              <a:rPr dirty="0"/>
              <a:t>Now to begin our </a:t>
            </a:r>
            <a:r>
              <a:rPr lang="en-GB" dirty="0"/>
              <a:t>Data Science Journey</a:t>
            </a:r>
            <a:endParaRPr dirty="0"/>
          </a:p>
        </p:txBody>
      </p:sp>
      <p:sp>
        <p:nvSpPr>
          <p:cNvPr id="2" name="Text Placeholder 1">
            <a:extLst>
              <a:ext uri="{FF2B5EF4-FFF2-40B4-BE49-F238E27FC236}">
                <a16:creationId xmlns:a16="http://schemas.microsoft.com/office/drawing/2014/main" id="{6D2D030B-7C16-A440-BD57-5A9A7EC600AE}"/>
              </a:ext>
            </a:extLst>
          </p:cNvPr>
          <p:cNvSpPr>
            <a:spLocks noGrp="1"/>
          </p:cNvSpPr>
          <p:nvPr>
            <p:ph type="body" sz="quarter" idx="1"/>
          </p:nvPr>
        </p:nvSpPr>
        <p:spPr/>
        <p:txBody>
          <a:bodyPr/>
          <a:lstStyle/>
          <a:p>
            <a:r>
              <a:rPr lang="en-US" dirty="0"/>
              <a:t>Python and </a:t>
            </a:r>
            <a:r>
              <a:rPr lang="en-US" dirty="0" err="1"/>
              <a:t>Jupyter</a:t>
            </a:r>
            <a:r>
              <a:rPr lang="en-US" dirty="0"/>
              <a:t> Demo</a:t>
            </a:r>
          </a:p>
        </p:txBody>
      </p:sp>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551B95E-2274-BF41-8DC8-EE50E01562A3}"/>
              </a:ext>
            </a:extLst>
          </p:cNvPr>
          <p:cNvSpPr>
            <a:spLocks noGrp="1"/>
          </p:cNvSpPr>
          <p:nvPr>
            <p:ph type="title"/>
          </p:nvPr>
        </p:nvSpPr>
        <p:spPr/>
        <p:txBody>
          <a:bodyPr>
            <a:normAutofit fontScale="90000"/>
          </a:bodyPr>
          <a:lstStyle/>
          <a:p>
            <a:r>
              <a:rPr lang="en-US" dirty="0"/>
              <a:t>Today </a:t>
            </a:r>
          </a:p>
        </p:txBody>
      </p:sp>
      <p:sp>
        <p:nvSpPr>
          <p:cNvPr id="8" name="Text Placeholder 7">
            <a:extLst>
              <a:ext uri="{FF2B5EF4-FFF2-40B4-BE49-F238E27FC236}">
                <a16:creationId xmlns:a16="http://schemas.microsoft.com/office/drawing/2014/main" id="{C0B32F19-5744-5C43-942C-9693685D7BA6}"/>
              </a:ext>
            </a:extLst>
          </p:cNvPr>
          <p:cNvSpPr>
            <a:spLocks noGrp="1"/>
          </p:cNvSpPr>
          <p:nvPr>
            <p:ph type="body" idx="1"/>
          </p:nvPr>
        </p:nvSpPr>
        <p:spPr>
          <a:xfrm>
            <a:off x="952500" y="1409700"/>
            <a:ext cx="11099800" cy="3736458"/>
          </a:xfrm>
        </p:spPr>
        <p:txBody>
          <a:bodyPr/>
          <a:lstStyle/>
          <a:p>
            <a:r>
              <a:rPr lang="en-US" dirty="0"/>
              <a:t>Today’s </a:t>
            </a:r>
            <a:r>
              <a:rPr lang="en-US" dirty="0" err="1"/>
              <a:t>excercises</a:t>
            </a:r>
            <a:r>
              <a:rPr lang="en-US" dirty="0"/>
              <a:t> are intended to be light touch and mainly provide introduction to the environment and ensure technology is working. </a:t>
            </a:r>
          </a:p>
        </p:txBody>
      </p:sp>
      <p:pic>
        <p:nvPicPr>
          <p:cNvPr id="5" name="Google Shape;104;p19">
            <a:extLst>
              <a:ext uri="{FF2B5EF4-FFF2-40B4-BE49-F238E27FC236}">
                <a16:creationId xmlns:a16="http://schemas.microsoft.com/office/drawing/2014/main" id="{56A720D9-C417-754C-8170-B2FDDB771C9C}"/>
              </a:ext>
            </a:extLst>
          </p:cNvPr>
          <p:cNvPicPr preferRelativeResize="0"/>
          <p:nvPr/>
        </p:nvPicPr>
        <p:blipFill>
          <a:blip r:embed="rId2">
            <a:alphaModFix/>
          </a:blip>
          <a:stretch>
            <a:fillRect/>
          </a:stretch>
        </p:blipFill>
        <p:spPr>
          <a:xfrm>
            <a:off x="2553793" y="6159500"/>
            <a:ext cx="3098966" cy="2772256"/>
          </a:xfrm>
          <a:prstGeom prst="rect">
            <a:avLst/>
          </a:prstGeom>
          <a:noFill/>
          <a:ln>
            <a:noFill/>
          </a:ln>
        </p:spPr>
      </p:pic>
      <p:pic>
        <p:nvPicPr>
          <p:cNvPr id="6" name="Graphic 5">
            <a:extLst>
              <a:ext uri="{FF2B5EF4-FFF2-40B4-BE49-F238E27FC236}">
                <a16:creationId xmlns:a16="http://schemas.microsoft.com/office/drawing/2014/main" id="{BD33E835-BDF2-264C-BB4E-9A0EB7A6C95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524723" y="6159500"/>
            <a:ext cx="2806212" cy="3231395"/>
          </a:xfrm>
          <a:prstGeom prst="rect">
            <a:avLst/>
          </a:prstGeom>
        </p:spPr>
      </p:pic>
    </p:spTree>
    <p:extLst>
      <p:ext uri="{BB962C8B-B14F-4D97-AF65-F5344CB8AC3E}">
        <p14:creationId xmlns:p14="http://schemas.microsoft.com/office/powerpoint/2010/main" val="3044921591"/>
      </p:ext>
    </p:extLst>
  </p:cSld>
  <p:clrMapOvr>
    <a:masterClrMapping/>
  </p:clrMapOvr>
  <p:transition spd="med"/>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3.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Light"/>
        <a:ea typeface="Helvetica Light"/>
        <a:cs typeface="Helvetica Light"/>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Light"/>
        <a:ea typeface="Helvetica Light"/>
        <a:cs typeface="Helvetica Light"/>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50000"/>
              </a:srgbClr>
            </a:outerShdw>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38100" dist="25400" dir="5400000" rotWithShape="0">
            <a:srgbClr val="000000">
              <a:alpha val="50000"/>
            </a:srgbClr>
          </a:outerShdw>
        </a:effectLst>
        <a:sp3d/>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FFFFFF"/>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1601</TotalTime>
  <Words>985</Words>
  <Application>Microsoft Macintosh PowerPoint</Application>
  <PresentationFormat>Custom</PresentationFormat>
  <Paragraphs>117</Paragraphs>
  <Slides>28</Slides>
  <Notes>8</Notes>
  <HiddenSlides>3</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28</vt:i4>
      </vt:variant>
    </vt:vector>
  </HeadingPairs>
  <TitlesOfParts>
    <vt:vector size="37" baseType="lpstr">
      <vt:lpstr>Arial</vt:lpstr>
      <vt:lpstr>Avenir</vt:lpstr>
      <vt:lpstr>Calibri</vt:lpstr>
      <vt:lpstr>Century Gothic</vt:lpstr>
      <vt:lpstr>Helvetica</vt:lpstr>
      <vt:lpstr>Helvetica Light</vt:lpstr>
      <vt:lpstr>Verdana</vt:lpstr>
      <vt:lpstr>White</vt:lpstr>
      <vt:lpstr>Simple Light</vt:lpstr>
      <vt:lpstr>PS4106: Data Science for Psychology &amp; Neuroscience</vt:lpstr>
      <vt:lpstr>About</vt:lpstr>
      <vt:lpstr>Assessments</vt:lpstr>
      <vt:lpstr>Assessments</vt:lpstr>
      <vt:lpstr>Final Project</vt:lpstr>
      <vt:lpstr>AI</vt:lpstr>
      <vt:lpstr>AI Warning</vt:lpstr>
      <vt:lpstr>AI Requirements</vt:lpstr>
      <vt:lpstr>AI</vt:lpstr>
      <vt:lpstr>PowerPoint Presentation</vt:lpstr>
      <vt:lpstr>The Generative AI Learning Penalty: Evidence from Chinese Secondary Education</vt:lpstr>
      <vt:lpstr>PowerPoint Presentation</vt:lpstr>
      <vt:lpstr>PowerPoint Presentation</vt:lpstr>
      <vt:lpstr>PowerPoint Presentation</vt:lpstr>
      <vt:lpstr>PowerPoint Presentation</vt:lpstr>
      <vt:lpstr>What is</vt:lpstr>
      <vt:lpstr>Drew Conway’s Data Science Venn Diagram</vt:lpstr>
      <vt:lpstr>Doing Data Science &amp; Course flow</vt:lpstr>
      <vt:lpstr>Data Science Lifecycle</vt:lpstr>
      <vt:lpstr>PowerPoint Presentation</vt:lpstr>
      <vt:lpstr>Data science can be hard. </vt:lpstr>
      <vt:lpstr>Productive Struggle</vt:lpstr>
      <vt:lpstr>PowerPoint Presentation</vt:lpstr>
      <vt:lpstr>PowerPoint Presentation</vt:lpstr>
      <vt:lpstr>Productive Struggle</vt:lpstr>
      <vt:lpstr>Productive Struggle: Student’s Job</vt:lpstr>
      <vt:lpstr>Now to begin our Data Science Journey</vt:lpstr>
      <vt:lpstr>Today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SS5104: Quantitative Methods for Social Science</dc:title>
  <cp:lastModifiedBy>Justin Ales</cp:lastModifiedBy>
  <cp:revision>7</cp:revision>
  <dcterms:modified xsi:type="dcterms:W3CDTF">2026-09-17T21:08:55Z</dcterms:modified>
</cp:coreProperties>
</file>